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579" r:id="rId2"/>
    <p:sldId id="628" r:id="rId3"/>
    <p:sldId id="631" r:id="rId4"/>
    <p:sldId id="629" r:id="rId5"/>
    <p:sldId id="632" r:id="rId6"/>
    <p:sldId id="630" r:id="rId7"/>
  </p:sldIdLst>
  <p:sldSz cx="12192000" cy="6858000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9" roundtripDataSignature="AMtx7mi60wwQBXdufn43yw7rgc2Btalb6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3434"/>
    <a:srgbClr val="2F5597"/>
    <a:srgbClr val="77B900"/>
    <a:srgbClr val="060048"/>
    <a:srgbClr val="060348"/>
    <a:srgbClr val="35ECFD"/>
    <a:srgbClr val="FE27FD"/>
    <a:srgbClr val="050145"/>
    <a:srgbClr val="F036F6"/>
    <a:srgbClr val="DCE8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8A9198-AFD3-476F-9B6F-68EB635D4E8F}" v="136" dt="2026-04-06T06:35:34.1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818" autoAdjust="0"/>
    <p:restoredTop sz="97384" autoAdjust="0"/>
  </p:normalViewPr>
  <p:slideViewPr>
    <p:cSldViewPr snapToGrid="0">
      <p:cViewPr varScale="1">
        <p:scale>
          <a:sx n="82" d="100"/>
          <a:sy n="82" d="100"/>
        </p:scale>
        <p:origin x="11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21" Type="http://schemas.openxmlformats.org/officeDocument/2006/relationships/viewProps" Target="viewProps.xml"/><Relationship Id="rId3" Type="http://schemas.openxmlformats.org/officeDocument/2006/relationships/slide" Target="slides/slide2.xml"/><Relationship Id="rId120" Type="http://schemas.openxmlformats.org/officeDocument/2006/relationships/presProps" Target="presProps.xml"/><Relationship Id="rId125" Type="http://schemas.microsoft.com/office/2015/10/relationships/revisionInfo" Target="revisionInfo.xml"/><Relationship Id="rId7" Type="http://schemas.openxmlformats.org/officeDocument/2006/relationships/slide" Target="slides/slide6.xml"/><Relationship Id="rId124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23" Type="http://schemas.openxmlformats.org/officeDocument/2006/relationships/tableStyles" Target="tableStyles.xml"/><Relationship Id="rId5" Type="http://schemas.openxmlformats.org/officeDocument/2006/relationships/slide" Target="slides/slide4.xml"/><Relationship Id="rId119" Type="http://customschemas.google.com/relationships/presentationmetadata" Target="metadata"/><Relationship Id="rId122" Type="http://schemas.openxmlformats.org/officeDocument/2006/relationships/theme" Target="theme/theme1.xml"/><Relationship Id="rId4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우 최" userId="b39b9c6800b01a47" providerId="LiveId" clId="{86918D44-C542-442D-8291-F46EC03904AF}"/>
    <pc:docChg chg="undo custSel addSld delSld modSld">
      <pc:chgData name="성우 최" userId="b39b9c6800b01a47" providerId="LiveId" clId="{86918D44-C542-442D-8291-F46EC03904AF}" dt="2026-04-06T06:35:38.346" v="822" actId="207"/>
      <pc:docMkLst>
        <pc:docMk/>
      </pc:docMkLst>
      <pc:sldChg chg="addSp delSp modSp mod">
        <pc:chgData name="성우 최" userId="b39b9c6800b01a47" providerId="LiveId" clId="{86918D44-C542-442D-8291-F46EC03904AF}" dt="2026-04-06T04:06:49.439" v="623" actId="478"/>
        <pc:sldMkLst>
          <pc:docMk/>
          <pc:sldMk cId="999144126" sldId="629"/>
        </pc:sldMkLst>
        <pc:spChg chg="mod">
          <ac:chgData name="성우 최" userId="b39b9c6800b01a47" providerId="LiveId" clId="{86918D44-C542-442D-8291-F46EC03904AF}" dt="2026-04-06T03:18:31.385" v="325" actId="20577"/>
          <ac:spMkLst>
            <pc:docMk/>
            <pc:sldMk cId="999144126" sldId="629"/>
            <ac:spMk id="2" creationId="{B1B8F2F5-C363-D9A1-112C-46A08732B6CF}"/>
          </ac:spMkLst>
        </pc:spChg>
        <pc:spChg chg="add del mod">
          <ac:chgData name="성우 최" userId="b39b9c6800b01a47" providerId="LiveId" clId="{86918D44-C542-442D-8291-F46EC03904AF}" dt="2026-04-06T04:06:49.439" v="623" actId="478"/>
          <ac:spMkLst>
            <pc:docMk/>
            <pc:sldMk cId="999144126" sldId="629"/>
            <ac:spMk id="3" creationId="{1A9CB0C5-9F56-34D0-70DB-AE3C207C383C}"/>
          </ac:spMkLst>
        </pc:spChg>
        <pc:spChg chg="add mod">
          <ac:chgData name="성우 최" userId="b39b9c6800b01a47" providerId="LiveId" clId="{86918D44-C542-442D-8291-F46EC03904AF}" dt="2026-04-06T03:24:10.993" v="473" actId="1076"/>
          <ac:spMkLst>
            <pc:docMk/>
            <pc:sldMk cId="999144126" sldId="629"/>
            <ac:spMk id="13" creationId="{7D5C5E0A-D34E-9A63-696D-E1906F89C8D6}"/>
          </ac:spMkLst>
        </pc:spChg>
        <pc:spChg chg="add mod">
          <ac:chgData name="성우 최" userId="b39b9c6800b01a47" providerId="LiveId" clId="{86918D44-C542-442D-8291-F46EC03904AF}" dt="2026-04-06T03:26:07.644" v="479" actId="1076"/>
          <ac:spMkLst>
            <pc:docMk/>
            <pc:sldMk cId="999144126" sldId="629"/>
            <ac:spMk id="14" creationId="{1192C6DA-5170-EF89-19EA-129C4204EEC8}"/>
          </ac:spMkLst>
        </pc:spChg>
        <pc:spChg chg="add mod">
          <ac:chgData name="성우 최" userId="b39b9c6800b01a47" providerId="LiveId" clId="{86918D44-C542-442D-8291-F46EC03904AF}" dt="2026-04-06T03:30:30.291" v="497" actId="1076"/>
          <ac:spMkLst>
            <pc:docMk/>
            <pc:sldMk cId="999144126" sldId="629"/>
            <ac:spMk id="22" creationId="{E58A7755-64DF-A3A2-4675-635DE19B5398}"/>
          </ac:spMkLst>
        </pc:spChg>
        <pc:spChg chg="add mod">
          <ac:chgData name="성우 최" userId="b39b9c6800b01a47" providerId="LiveId" clId="{86918D44-C542-442D-8291-F46EC03904AF}" dt="2026-04-06T03:32:47.336" v="560" actId="1076"/>
          <ac:spMkLst>
            <pc:docMk/>
            <pc:sldMk cId="999144126" sldId="629"/>
            <ac:spMk id="23" creationId="{5A4DA8C0-A4FA-3C98-2205-693FE0A1ADFD}"/>
          </ac:spMkLst>
        </pc:spChg>
        <pc:spChg chg="add mod">
          <ac:chgData name="성우 최" userId="b39b9c6800b01a47" providerId="LiveId" clId="{86918D44-C542-442D-8291-F46EC03904AF}" dt="2026-04-06T03:32:27.122" v="556" actId="1076"/>
          <ac:spMkLst>
            <pc:docMk/>
            <pc:sldMk cId="999144126" sldId="629"/>
            <ac:spMk id="28" creationId="{FDA118E8-2EE3-750D-CEA2-E482C444E47E}"/>
          </ac:spMkLst>
        </pc:spChg>
        <pc:spChg chg="add mod">
          <ac:chgData name="성우 최" userId="b39b9c6800b01a47" providerId="LiveId" clId="{86918D44-C542-442D-8291-F46EC03904AF}" dt="2026-04-06T03:32:35.001" v="558" actId="1076"/>
          <ac:spMkLst>
            <pc:docMk/>
            <pc:sldMk cId="999144126" sldId="629"/>
            <ac:spMk id="29" creationId="{EEDFE1C4-9299-E338-0792-1A1DD89519EF}"/>
          </ac:spMkLst>
        </pc:spChg>
        <pc:spChg chg="add mod">
          <ac:chgData name="성우 최" userId="b39b9c6800b01a47" providerId="LiveId" clId="{86918D44-C542-442D-8291-F46EC03904AF}" dt="2026-04-06T03:35:05.321" v="580" actId="1076"/>
          <ac:spMkLst>
            <pc:docMk/>
            <pc:sldMk cId="999144126" sldId="629"/>
            <ac:spMk id="38" creationId="{6E617F61-15FD-825E-9E47-803690E2F54E}"/>
          </ac:spMkLst>
        </pc:spChg>
        <pc:spChg chg="add mod">
          <ac:chgData name="성우 최" userId="b39b9c6800b01a47" providerId="LiveId" clId="{86918D44-C542-442D-8291-F46EC03904AF}" dt="2026-04-06T03:35:02.181" v="579" actId="20577"/>
          <ac:spMkLst>
            <pc:docMk/>
            <pc:sldMk cId="999144126" sldId="629"/>
            <ac:spMk id="39" creationId="{598A437B-7098-4018-2F62-0C6646DCDB1E}"/>
          </ac:spMkLst>
        </pc:spChg>
        <pc:spChg chg="add mod">
          <ac:chgData name="성우 최" userId="b39b9c6800b01a47" providerId="LiveId" clId="{86918D44-C542-442D-8291-F46EC03904AF}" dt="2026-04-06T03:35:16.130" v="582" actId="1076"/>
          <ac:spMkLst>
            <pc:docMk/>
            <pc:sldMk cId="999144126" sldId="629"/>
            <ac:spMk id="40" creationId="{6678F5A0-DAD5-DCF9-232A-2F8CE8FA3DE3}"/>
          </ac:spMkLst>
        </pc:spChg>
        <pc:spChg chg="add mod">
          <ac:chgData name="성우 최" userId="b39b9c6800b01a47" providerId="LiveId" clId="{86918D44-C542-442D-8291-F46EC03904AF}" dt="2026-04-06T03:35:26.748" v="584" actId="1076"/>
          <ac:spMkLst>
            <pc:docMk/>
            <pc:sldMk cId="999144126" sldId="629"/>
            <ac:spMk id="41" creationId="{BAF37B4A-F513-7E95-2F4A-796230077649}"/>
          </ac:spMkLst>
        </pc:spChg>
        <pc:spChg chg="add mod">
          <ac:chgData name="성우 최" userId="b39b9c6800b01a47" providerId="LiveId" clId="{86918D44-C542-442D-8291-F46EC03904AF}" dt="2026-04-06T03:36:37.510" v="599" actId="207"/>
          <ac:spMkLst>
            <pc:docMk/>
            <pc:sldMk cId="999144126" sldId="629"/>
            <ac:spMk id="44" creationId="{6844FB12-864E-39B4-BAD2-458501F406A8}"/>
          </ac:spMkLst>
        </pc:spChg>
        <pc:cxnChg chg="add del mod">
          <ac:chgData name="성우 최" userId="b39b9c6800b01a47" providerId="LiveId" clId="{86918D44-C542-442D-8291-F46EC03904AF}" dt="2026-04-06T03:23:08.505" v="446" actId="11529"/>
          <ac:cxnSpMkLst>
            <pc:docMk/>
            <pc:sldMk cId="999144126" sldId="629"/>
            <ac:cxnSpMk id="5" creationId="{49906760-5C9A-3B45-6C26-481E30089EB5}"/>
          </ac:cxnSpMkLst>
        </pc:cxnChg>
        <pc:cxnChg chg="add del mod">
          <ac:chgData name="성우 최" userId="b39b9c6800b01a47" providerId="LiveId" clId="{86918D44-C542-442D-8291-F46EC03904AF}" dt="2026-04-06T03:23:08.083" v="445" actId="11529"/>
          <ac:cxnSpMkLst>
            <pc:docMk/>
            <pc:sldMk cId="999144126" sldId="629"/>
            <ac:cxnSpMk id="8" creationId="{FE1B1109-D1E8-5649-47E8-378080BA2993}"/>
          </ac:cxnSpMkLst>
        </pc:cxnChg>
        <pc:cxnChg chg="add">
          <ac:chgData name="성우 최" userId="b39b9c6800b01a47" providerId="LiveId" clId="{86918D44-C542-442D-8291-F46EC03904AF}" dt="2026-04-06T03:23:12.883" v="447" actId="11529"/>
          <ac:cxnSpMkLst>
            <pc:docMk/>
            <pc:sldMk cId="999144126" sldId="629"/>
            <ac:cxnSpMk id="10" creationId="{89AE1832-0A27-11A3-AF2F-2CA342B96531}"/>
          </ac:cxnSpMkLst>
        </pc:cxnChg>
        <pc:cxnChg chg="add">
          <ac:chgData name="성우 최" userId="b39b9c6800b01a47" providerId="LiveId" clId="{86918D44-C542-442D-8291-F46EC03904AF}" dt="2026-04-06T03:23:18.473" v="448" actId="11529"/>
          <ac:cxnSpMkLst>
            <pc:docMk/>
            <pc:sldMk cId="999144126" sldId="629"/>
            <ac:cxnSpMk id="12" creationId="{72F5E434-7B8D-10A6-6F4A-626D5C8E3E51}"/>
          </ac:cxnSpMkLst>
        </pc:cxnChg>
        <pc:cxnChg chg="add del mod">
          <ac:chgData name="성우 최" userId="b39b9c6800b01a47" providerId="LiveId" clId="{86918D44-C542-442D-8291-F46EC03904AF}" dt="2026-04-06T03:25:56.665" v="478" actId="478"/>
          <ac:cxnSpMkLst>
            <pc:docMk/>
            <pc:sldMk cId="999144126" sldId="629"/>
            <ac:cxnSpMk id="16" creationId="{58355FAC-4717-F15B-AEA4-992118F76278}"/>
          </ac:cxnSpMkLst>
        </pc:cxnChg>
        <pc:cxnChg chg="add">
          <ac:chgData name="성우 최" userId="b39b9c6800b01a47" providerId="LiveId" clId="{86918D44-C542-442D-8291-F46EC03904AF}" dt="2026-04-06T03:27:13.992" v="480" actId="11529"/>
          <ac:cxnSpMkLst>
            <pc:docMk/>
            <pc:sldMk cId="999144126" sldId="629"/>
            <ac:cxnSpMk id="19" creationId="{5DB9234F-F3FE-09E9-644F-5E4A2D58055B}"/>
          </ac:cxnSpMkLst>
        </pc:cxnChg>
        <pc:cxnChg chg="add mod">
          <ac:chgData name="성우 최" userId="b39b9c6800b01a47" providerId="LiveId" clId="{86918D44-C542-442D-8291-F46EC03904AF}" dt="2026-04-06T03:32:51.959" v="561" actId="1076"/>
          <ac:cxnSpMkLst>
            <pc:docMk/>
            <pc:sldMk cId="999144126" sldId="629"/>
            <ac:cxnSpMk id="21" creationId="{74EECB0A-CDA5-27ED-DA9A-9626B0E61591}"/>
          </ac:cxnSpMkLst>
        </pc:cxnChg>
        <pc:cxnChg chg="add">
          <ac:chgData name="성우 최" userId="b39b9c6800b01a47" providerId="LiveId" clId="{86918D44-C542-442D-8291-F46EC03904AF}" dt="2026-04-06T03:31:24.411" v="512" actId="11529"/>
          <ac:cxnSpMkLst>
            <pc:docMk/>
            <pc:sldMk cId="999144126" sldId="629"/>
            <ac:cxnSpMk id="25" creationId="{A18D3D12-3BBE-BE2A-B12B-1AE06009AF9B}"/>
          </ac:cxnSpMkLst>
        </pc:cxnChg>
        <pc:cxnChg chg="add mod">
          <ac:chgData name="성우 최" userId="b39b9c6800b01a47" providerId="LiveId" clId="{86918D44-C542-442D-8291-F46EC03904AF}" dt="2026-04-06T03:32:38.825" v="559" actId="1076"/>
          <ac:cxnSpMkLst>
            <pc:docMk/>
            <pc:sldMk cId="999144126" sldId="629"/>
            <ac:cxnSpMk id="27" creationId="{D7AC2AC2-8230-BDC2-1648-AEFF33A423E2}"/>
          </ac:cxnSpMkLst>
        </pc:cxnChg>
        <pc:cxnChg chg="add del mod">
          <ac:chgData name="성우 최" userId="b39b9c6800b01a47" providerId="LiveId" clId="{86918D44-C542-442D-8291-F46EC03904AF}" dt="2026-04-06T03:33:50.072" v="567" actId="478"/>
          <ac:cxnSpMkLst>
            <pc:docMk/>
            <pc:sldMk cId="999144126" sldId="629"/>
            <ac:cxnSpMk id="31" creationId="{5971DD82-03A8-9CDB-DB1A-5D8874B565DA}"/>
          </ac:cxnSpMkLst>
        </pc:cxnChg>
        <pc:cxnChg chg="add del">
          <ac:chgData name="성우 최" userId="b39b9c6800b01a47" providerId="LiveId" clId="{86918D44-C542-442D-8291-F46EC03904AF}" dt="2026-04-06T03:34:05.001" v="569" actId="11529"/>
          <ac:cxnSpMkLst>
            <pc:docMk/>
            <pc:sldMk cId="999144126" sldId="629"/>
            <ac:cxnSpMk id="37" creationId="{F20E15D6-AD0D-3A7B-A64A-529E5AB30E2A}"/>
          </ac:cxnSpMkLst>
        </pc:cxnChg>
        <pc:cxnChg chg="add mod">
          <ac:chgData name="성우 최" userId="b39b9c6800b01a47" providerId="LiveId" clId="{86918D44-C542-442D-8291-F46EC03904AF}" dt="2026-04-06T03:36:19.615" v="587" actId="1582"/>
          <ac:cxnSpMkLst>
            <pc:docMk/>
            <pc:sldMk cId="999144126" sldId="629"/>
            <ac:cxnSpMk id="43" creationId="{9CF41D80-E1C9-5B4E-BFA8-2906C1356789}"/>
          </ac:cxnSpMkLst>
        </pc:cxnChg>
      </pc:sldChg>
      <pc:sldChg chg="delSp modSp mod">
        <pc:chgData name="성우 최" userId="b39b9c6800b01a47" providerId="LiveId" clId="{86918D44-C542-442D-8291-F46EC03904AF}" dt="2026-04-06T04:03:28.290" v="620" actId="478"/>
        <pc:sldMkLst>
          <pc:docMk/>
          <pc:sldMk cId="3715221785" sldId="630"/>
        </pc:sldMkLst>
        <pc:spChg chg="mod">
          <ac:chgData name="성우 최" userId="b39b9c6800b01a47" providerId="LiveId" clId="{86918D44-C542-442D-8291-F46EC03904AF}" dt="2026-04-06T04:03:27.533" v="619" actId="20577"/>
          <ac:spMkLst>
            <pc:docMk/>
            <pc:sldMk cId="3715221785" sldId="630"/>
            <ac:spMk id="2" creationId="{2EA4ABAC-17A3-0E58-7AB3-5186BFD203BF}"/>
          </ac:spMkLst>
        </pc:spChg>
        <pc:spChg chg="del">
          <ac:chgData name="성우 최" userId="b39b9c6800b01a47" providerId="LiveId" clId="{86918D44-C542-442D-8291-F46EC03904AF}" dt="2026-04-06T04:03:28.290" v="620" actId="478"/>
          <ac:spMkLst>
            <pc:docMk/>
            <pc:sldMk cId="3715221785" sldId="630"/>
            <ac:spMk id="6" creationId="{52F593C2-2417-8DC1-D7EE-D9FBEF7A2E5A}"/>
          </ac:spMkLst>
        </pc:spChg>
      </pc:sldChg>
      <pc:sldChg chg="addSp delSp modSp mod">
        <pc:chgData name="성우 최" userId="b39b9c6800b01a47" providerId="LiveId" clId="{86918D44-C542-442D-8291-F46EC03904AF}" dt="2026-04-06T03:20:23.261" v="427" actId="20577"/>
        <pc:sldMkLst>
          <pc:docMk/>
          <pc:sldMk cId="732373036" sldId="631"/>
        </pc:sldMkLst>
        <pc:spChg chg="add mod">
          <ac:chgData name="성우 최" userId="b39b9c6800b01a47" providerId="LiveId" clId="{86918D44-C542-442D-8291-F46EC03904AF}" dt="2026-04-06T03:17:37.144" v="272" actId="14100"/>
          <ac:spMkLst>
            <pc:docMk/>
            <pc:sldMk cId="732373036" sldId="631"/>
            <ac:spMk id="18" creationId="{D8AFC0A4-6F51-4E3B-26DC-D7D5C8C71DCB}"/>
          </ac:spMkLst>
        </pc:spChg>
        <pc:spChg chg="add mod">
          <ac:chgData name="성우 최" userId="b39b9c6800b01a47" providerId="LiveId" clId="{86918D44-C542-442D-8291-F46EC03904AF}" dt="2026-04-06T03:18:55.695" v="346" actId="207"/>
          <ac:spMkLst>
            <pc:docMk/>
            <pc:sldMk cId="732373036" sldId="631"/>
            <ac:spMk id="19" creationId="{1BD8C09A-73E1-1C16-24FE-82A477689F3C}"/>
          </ac:spMkLst>
        </pc:spChg>
        <pc:spChg chg="add mod">
          <ac:chgData name="성우 최" userId="b39b9c6800b01a47" providerId="LiveId" clId="{86918D44-C542-442D-8291-F46EC03904AF}" dt="2026-04-06T03:19:34.094" v="408" actId="207"/>
          <ac:spMkLst>
            <pc:docMk/>
            <pc:sldMk cId="732373036" sldId="631"/>
            <ac:spMk id="20" creationId="{7C74AE0E-AA86-0EBD-3475-7159A71A0CBD}"/>
          </ac:spMkLst>
        </pc:spChg>
        <pc:spChg chg="del">
          <ac:chgData name="성우 최" userId="b39b9c6800b01a47" providerId="LiveId" clId="{86918D44-C542-442D-8291-F46EC03904AF}" dt="2026-04-06T02:59:06.609" v="14" actId="478"/>
          <ac:spMkLst>
            <pc:docMk/>
            <pc:sldMk cId="732373036" sldId="631"/>
            <ac:spMk id="28" creationId="{111C7C9B-AACC-778B-FEBE-FE09BA94B17F}"/>
          </ac:spMkLst>
        </pc:spChg>
        <pc:spChg chg="del">
          <ac:chgData name="성우 최" userId="b39b9c6800b01a47" providerId="LiveId" clId="{86918D44-C542-442D-8291-F46EC03904AF}" dt="2026-04-06T02:51:44.613" v="5" actId="478"/>
          <ac:spMkLst>
            <pc:docMk/>
            <pc:sldMk cId="732373036" sldId="631"/>
            <ac:spMk id="40" creationId="{1ADC9AD5-7290-EE47-63C7-8B32E8EE5DF5}"/>
          </ac:spMkLst>
        </pc:spChg>
        <pc:spChg chg="del">
          <ac:chgData name="성우 최" userId="b39b9c6800b01a47" providerId="LiveId" clId="{86918D44-C542-442D-8291-F46EC03904AF}" dt="2026-04-06T02:51:29.916" v="0" actId="478"/>
          <ac:spMkLst>
            <pc:docMk/>
            <pc:sldMk cId="732373036" sldId="631"/>
            <ac:spMk id="41" creationId="{4D75D69F-2AA7-D20C-9D37-EACFF98DDDE3}"/>
          </ac:spMkLst>
        </pc:spChg>
        <pc:spChg chg="del">
          <ac:chgData name="성우 최" userId="b39b9c6800b01a47" providerId="LiveId" clId="{86918D44-C542-442D-8291-F46EC03904AF}" dt="2026-04-06T02:51:29.916" v="0" actId="478"/>
          <ac:spMkLst>
            <pc:docMk/>
            <pc:sldMk cId="732373036" sldId="631"/>
            <ac:spMk id="42" creationId="{A54F3253-725D-F976-70B9-1B9C0EF0BEA0}"/>
          </ac:spMkLst>
        </pc:spChg>
        <pc:spChg chg="del mod">
          <ac:chgData name="성우 최" userId="b39b9c6800b01a47" providerId="LiveId" clId="{86918D44-C542-442D-8291-F46EC03904AF}" dt="2026-04-06T02:51:36.647" v="3" actId="478"/>
          <ac:spMkLst>
            <pc:docMk/>
            <pc:sldMk cId="732373036" sldId="631"/>
            <ac:spMk id="48" creationId="{E7CF0C2A-E52B-9BAB-734C-84848492587F}"/>
          </ac:spMkLst>
        </pc:spChg>
        <pc:spChg chg="mod">
          <ac:chgData name="성우 최" userId="b39b9c6800b01a47" providerId="LiveId" clId="{86918D44-C542-442D-8291-F46EC03904AF}" dt="2026-04-06T03:18:17.764" v="306" actId="20577"/>
          <ac:spMkLst>
            <pc:docMk/>
            <pc:sldMk cId="732373036" sldId="631"/>
            <ac:spMk id="63" creationId="{8307E9EA-854D-5043-A424-6AABDCF071B2}"/>
          </ac:spMkLst>
        </pc:spChg>
        <pc:graphicFrameChg chg="add mod modGraphic">
          <ac:chgData name="성우 최" userId="b39b9c6800b01a47" providerId="LiveId" clId="{86918D44-C542-442D-8291-F46EC03904AF}" dt="2026-04-06T03:16:08.265" v="257" actId="207"/>
          <ac:graphicFrameMkLst>
            <pc:docMk/>
            <pc:sldMk cId="732373036" sldId="631"/>
            <ac:graphicFrameMk id="3" creationId="{CEC2CACA-8313-90C3-3996-4D1BEAB4489E}"/>
          </ac:graphicFrameMkLst>
        </pc:graphicFrameChg>
        <pc:graphicFrameChg chg="add mod modGraphic">
          <ac:chgData name="성우 최" userId="b39b9c6800b01a47" providerId="LiveId" clId="{86918D44-C542-442D-8291-F46EC03904AF}" dt="2026-04-06T03:14:27.047" v="241" actId="207"/>
          <ac:graphicFrameMkLst>
            <pc:docMk/>
            <pc:sldMk cId="732373036" sldId="631"/>
            <ac:graphicFrameMk id="4" creationId="{0E72F598-2055-F772-E317-C5272BA32271}"/>
          </ac:graphicFrameMkLst>
        </pc:graphicFrameChg>
        <pc:graphicFrameChg chg="add mod modGraphic">
          <ac:chgData name="성우 최" userId="b39b9c6800b01a47" providerId="LiveId" clId="{86918D44-C542-442D-8291-F46EC03904AF}" dt="2026-04-06T03:14:30.142" v="242" actId="207"/>
          <ac:graphicFrameMkLst>
            <pc:docMk/>
            <pc:sldMk cId="732373036" sldId="631"/>
            <ac:graphicFrameMk id="5" creationId="{B2A4D03E-4136-09EB-1133-FBB93D6E2DC0}"/>
          </ac:graphicFrameMkLst>
        </pc:graphicFrameChg>
        <pc:graphicFrameChg chg="add mod modGraphic">
          <ac:chgData name="성우 최" userId="b39b9c6800b01a47" providerId="LiveId" clId="{86918D44-C542-442D-8291-F46EC03904AF}" dt="2026-04-06T03:13:28.566" v="225" actId="207"/>
          <ac:graphicFrameMkLst>
            <pc:docMk/>
            <pc:sldMk cId="732373036" sldId="631"/>
            <ac:graphicFrameMk id="6" creationId="{9469121B-14BE-B846-9E02-5E53459318C1}"/>
          </ac:graphicFrameMkLst>
        </pc:graphicFrameChg>
        <pc:graphicFrameChg chg="add mod modGraphic">
          <ac:chgData name="성우 최" userId="b39b9c6800b01a47" providerId="LiveId" clId="{86918D44-C542-442D-8291-F46EC03904AF}" dt="2026-04-06T03:02:08.798" v="94" actId="20577"/>
          <ac:graphicFrameMkLst>
            <pc:docMk/>
            <pc:sldMk cId="732373036" sldId="631"/>
            <ac:graphicFrameMk id="7" creationId="{CDB8F64F-C72B-356F-2242-DA9DEAFF3A59}"/>
          </ac:graphicFrameMkLst>
        </pc:graphicFrameChg>
        <pc:graphicFrameChg chg="add mod">
          <ac:chgData name="성우 최" userId="b39b9c6800b01a47" providerId="LiveId" clId="{86918D44-C542-442D-8291-F46EC03904AF}" dt="2026-04-06T02:58:27.957" v="13" actId="1076"/>
          <ac:graphicFrameMkLst>
            <pc:docMk/>
            <pc:sldMk cId="732373036" sldId="631"/>
            <ac:graphicFrameMk id="8" creationId="{4A527B3A-87F4-0F6F-4815-B9FFACBC18F9}"/>
          </ac:graphicFrameMkLst>
        </pc:graphicFrameChg>
        <pc:graphicFrameChg chg="modGraphic">
          <ac:chgData name="성우 최" userId="b39b9c6800b01a47" providerId="LiveId" clId="{86918D44-C542-442D-8291-F46EC03904AF}" dt="2026-04-06T03:13:49.286" v="231" actId="207"/>
          <ac:graphicFrameMkLst>
            <pc:docMk/>
            <pc:sldMk cId="732373036" sldId="631"/>
            <ac:graphicFrameMk id="9" creationId="{8800139F-8CF1-D888-A9A3-266D392CC9C2}"/>
          </ac:graphicFrameMkLst>
        </pc:graphicFrameChg>
        <pc:graphicFrameChg chg="mod modGraphic">
          <ac:chgData name="성우 최" userId="b39b9c6800b01a47" providerId="LiveId" clId="{86918D44-C542-442D-8291-F46EC03904AF}" dt="2026-04-06T03:13:42.781" v="229" actId="207"/>
          <ac:graphicFrameMkLst>
            <pc:docMk/>
            <pc:sldMk cId="732373036" sldId="631"/>
            <ac:graphicFrameMk id="10" creationId="{716C0566-57A8-879C-ECD0-D9E792FCC4B3}"/>
          </ac:graphicFrameMkLst>
        </pc:graphicFrameChg>
        <pc:graphicFrameChg chg="mod modGraphic">
          <ac:chgData name="성우 최" userId="b39b9c6800b01a47" providerId="LiveId" clId="{86918D44-C542-442D-8291-F46EC03904AF}" dt="2026-04-06T03:13:52.255" v="232" actId="207"/>
          <ac:graphicFrameMkLst>
            <pc:docMk/>
            <pc:sldMk cId="732373036" sldId="631"/>
            <ac:graphicFrameMk id="11" creationId="{E1060672-7C4D-101F-C72E-AD8B4FDDED5E}"/>
          </ac:graphicFrameMkLst>
        </pc:graphicFrameChg>
        <pc:graphicFrameChg chg="modGraphic">
          <ac:chgData name="성우 최" userId="b39b9c6800b01a47" providerId="LiveId" clId="{86918D44-C542-442D-8291-F46EC03904AF}" dt="2026-04-06T03:13:55.570" v="233" actId="207"/>
          <ac:graphicFrameMkLst>
            <pc:docMk/>
            <pc:sldMk cId="732373036" sldId="631"/>
            <ac:graphicFrameMk id="12" creationId="{6894996B-1955-AA1C-43A6-EFE96D2BAAAD}"/>
          </ac:graphicFrameMkLst>
        </pc:graphicFrameChg>
        <pc:graphicFrameChg chg="mod modGraphic">
          <ac:chgData name="성우 최" userId="b39b9c6800b01a47" providerId="LiveId" clId="{86918D44-C542-442D-8291-F46EC03904AF}" dt="2026-04-06T03:14:19.575" v="239" actId="207"/>
          <ac:graphicFrameMkLst>
            <pc:docMk/>
            <pc:sldMk cId="732373036" sldId="631"/>
            <ac:graphicFrameMk id="13" creationId="{326DE86A-DF34-5AB5-0C6E-FB2E11A66667}"/>
          </ac:graphicFrameMkLst>
        </pc:graphicFrameChg>
        <pc:graphicFrameChg chg="mod modGraphic">
          <ac:chgData name="성우 최" userId="b39b9c6800b01a47" providerId="LiveId" clId="{86918D44-C542-442D-8291-F46EC03904AF}" dt="2026-04-06T03:14:15.066" v="238" actId="207"/>
          <ac:graphicFrameMkLst>
            <pc:docMk/>
            <pc:sldMk cId="732373036" sldId="631"/>
            <ac:graphicFrameMk id="14" creationId="{DC55959D-15A8-878D-7DD4-AA19E67E2FCF}"/>
          </ac:graphicFrameMkLst>
        </pc:graphicFrameChg>
        <pc:graphicFrameChg chg="mod modGraphic">
          <ac:chgData name="성우 최" userId="b39b9c6800b01a47" providerId="LiveId" clId="{86918D44-C542-442D-8291-F46EC03904AF}" dt="2026-04-06T03:14:23.925" v="240" actId="207"/>
          <ac:graphicFrameMkLst>
            <pc:docMk/>
            <pc:sldMk cId="732373036" sldId="631"/>
            <ac:graphicFrameMk id="15" creationId="{28341762-42B1-DA8D-34C4-96E48589B49E}"/>
          </ac:graphicFrameMkLst>
        </pc:graphicFrameChg>
        <pc:graphicFrameChg chg="add del mod modGraphic">
          <ac:chgData name="성우 최" userId="b39b9c6800b01a47" providerId="LiveId" clId="{86918D44-C542-442D-8291-F46EC03904AF}" dt="2026-04-06T03:14:07.167" v="236" actId="207"/>
          <ac:graphicFrameMkLst>
            <pc:docMk/>
            <pc:sldMk cId="732373036" sldId="631"/>
            <ac:graphicFrameMk id="16" creationId="{A54B7138-C35A-BED5-BDDC-F9260C286493}"/>
          </ac:graphicFrameMkLst>
        </pc:graphicFrameChg>
        <pc:graphicFrameChg chg="add mod modGraphic">
          <ac:chgData name="성우 최" userId="b39b9c6800b01a47" providerId="LiveId" clId="{86918D44-C542-442D-8291-F46EC03904AF}" dt="2026-04-06T03:01:45.200" v="79" actId="1076"/>
          <ac:graphicFrameMkLst>
            <pc:docMk/>
            <pc:sldMk cId="732373036" sldId="631"/>
            <ac:graphicFrameMk id="17" creationId="{2B8D2E20-7FE3-9E5B-10AD-3FF3C8A33DE0}"/>
          </ac:graphicFrameMkLst>
        </pc:graphicFrameChg>
        <pc:graphicFrameChg chg="del">
          <ac:chgData name="성우 최" userId="b39b9c6800b01a47" providerId="LiveId" clId="{86918D44-C542-442D-8291-F46EC03904AF}" dt="2026-04-06T02:51:29.916" v="0" actId="478"/>
          <ac:graphicFrameMkLst>
            <pc:docMk/>
            <pc:sldMk cId="732373036" sldId="631"/>
            <ac:graphicFrameMk id="21" creationId="{AB7AEDB2-B9B3-F10A-BDBD-81E69B4B1E98}"/>
          </ac:graphicFrameMkLst>
        </pc:graphicFrameChg>
        <pc:graphicFrameChg chg="del">
          <ac:chgData name="성우 최" userId="b39b9c6800b01a47" providerId="LiveId" clId="{86918D44-C542-442D-8291-F46EC03904AF}" dt="2026-04-06T02:51:29.916" v="0" actId="478"/>
          <ac:graphicFrameMkLst>
            <pc:docMk/>
            <pc:sldMk cId="732373036" sldId="631"/>
            <ac:graphicFrameMk id="22" creationId="{1A1B48EB-045E-9746-45DA-FFC098780756}"/>
          </ac:graphicFrameMkLst>
        </pc:graphicFrameChg>
        <pc:graphicFrameChg chg="del">
          <ac:chgData name="성우 최" userId="b39b9c6800b01a47" providerId="LiveId" clId="{86918D44-C542-442D-8291-F46EC03904AF}" dt="2026-04-06T02:51:29.916" v="0" actId="478"/>
          <ac:graphicFrameMkLst>
            <pc:docMk/>
            <pc:sldMk cId="732373036" sldId="631"/>
            <ac:graphicFrameMk id="23" creationId="{3DEE24BE-14DA-E2E2-3E77-BF3E1822C79B}"/>
          </ac:graphicFrameMkLst>
        </pc:graphicFrameChg>
        <pc:graphicFrameChg chg="del">
          <ac:chgData name="성우 최" userId="b39b9c6800b01a47" providerId="LiveId" clId="{86918D44-C542-442D-8291-F46EC03904AF}" dt="2026-04-06T02:51:29.916" v="0" actId="478"/>
          <ac:graphicFrameMkLst>
            <pc:docMk/>
            <pc:sldMk cId="732373036" sldId="631"/>
            <ac:graphicFrameMk id="24" creationId="{748717BC-2CA2-8786-8464-9ADF20DED980}"/>
          </ac:graphicFrameMkLst>
        </pc:graphicFrameChg>
        <pc:graphicFrameChg chg="modGraphic">
          <ac:chgData name="성우 최" userId="b39b9c6800b01a47" providerId="LiveId" clId="{86918D44-C542-442D-8291-F46EC03904AF}" dt="2026-04-06T03:00:59.688" v="61" actId="20577"/>
          <ac:graphicFrameMkLst>
            <pc:docMk/>
            <pc:sldMk cId="732373036" sldId="631"/>
            <ac:graphicFrameMk id="25" creationId="{FCE2D824-54EB-FDE8-4F2C-8A93B8BC6B55}"/>
          </ac:graphicFrameMkLst>
        </pc:graphicFrameChg>
        <pc:graphicFrameChg chg="mod modGraphic">
          <ac:chgData name="성우 최" userId="b39b9c6800b01a47" providerId="LiveId" clId="{86918D44-C542-442D-8291-F46EC03904AF}" dt="2026-04-06T03:01:17.624" v="78" actId="20577"/>
          <ac:graphicFrameMkLst>
            <pc:docMk/>
            <pc:sldMk cId="732373036" sldId="631"/>
            <ac:graphicFrameMk id="26" creationId="{7EE22165-1381-E7F6-D1FB-FA74ADD08A27}"/>
          </ac:graphicFrameMkLst>
        </pc:graphicFrameChg>
        <pc:graphicFrameChg chg="del">
          <ac:chgData name="성우 최" userId="b39b9c6800b01a47" providerId="LiveId" clId="{86918D44-C542-442D-8291-F46EC03904AF}" dt="2026-04-06T02:51:32.456" v="1" actId="478"/>
          <ac:graphicFrameMkLst>
            <pc:docMk/>
            <pc:sldMk cId="732373036" sldId="631"/>
            <ac:graphicFrameMk id="27" creationId="{8AEBBD91-3A0C-33EF-18E7-72FBF1069675}"/>
          </ac:graphicFrameMkLst>
        </pc:graphicFrameChg>
        <pc:graphicFrameChg chg="del">
          <ac:chgData name="성우 최" userId="b39b9c6800b01a47" providerId="LiveId" clId="{86918D44-C542-442D-8291-F46EC03904AF}" dt="2026-04-06T02:51:52.282" v="7" actId="478"/>
          <ac:graphicFrameMkLst>
            <pc:docMk/>
            <pc:sldMk cId="732373036" sldId="631"/>
            <ac:graphicFrameMk id="37" creationId="{E11D103D-EFB1-6D74-0EB6-F1A4D5106600}"/>
          </ac:graphicFrameMkLst>
        </pc:graphicFrameChg>
        <pc:graphicFrameChg chg="modGraphic">
          <ac:chgData name="성우 최" userId="b39b9c6800b01a47" providerId="LiveId" clId="{86918D44-C542-442D-8291-F46EC03904AF}" dt="2026-04-06T03:20:00.694" v="416" actId="20577"/>
          <ac:graphicFrameMkLst>
            <pc:docMk/>
            <pc:sldMk cId="732373036" sldId="631"/>
            <ac:graphicFrameMk id="49" creationId="{232E044F-F2AC-89BC-6E6D-DEAFC545F709}"/>
          </ac:graphicFrameMkLst>
        </pc:graphicFrameChg>
        <pc:graphicFrameChg chg="modGraphic">
          <ac:chgData name="성우 최" userId="b39b9c6800b01a47" providerId="LiveId" clId="{86918D44-C542-442D-8291-F46EC03904AF}" dt="2026-04-06T02:57:39.693" v="9" actId="20577"/>
          <ac:graphicFrameMkLst>
            <pc:docMk/>
            <pc:sldMk cId="732373036" sldId="631"/>
            <ac:graphicFrameMk id="50" creationId="{8F915314-7840-C223-AE39-C5A8838F7203}"/>
          </ac:graphicFrameMkLst>
        </pc:graphicFrameChg>
        <pc:graphicFrameChg chg="mod modGraphic">
          <ac:chgData name="성우 최" userId="b39b9c6800b01a47" providerId="LiveId" clId="{86918D44-C542-442D-8291-F46EC03904AF}" dt="2026-04-06T03:16:23.535" v="263" actId="207"/>
          <ac:graphicFrameMkLst>
            <pc:docMk/>
            <pc:sldMk cId="732373036" sldId="631"/>
            <ac:graphicFrameMk id="52" creationId="{1B545751-D096-95D5-7EE3-9855F26510B0}"/>
          </ac:graphicFrameMkLst>
        </pc:graphicFrameChg>
        <pc:graphicFrameChg chg="mod modGraphic">
          <ac:chgData name="성우 최" userId="b39b9c6800b01a47" providerId="LiveId" clId="{86918D44-C542-442D-8291-F46EC03904AF}" dt="2026-04-06T03:16:21.245" v="262" actId="207"/>
          <ac:graphicFrameMkLst>
            <pc:docMk/>
            <pc:sldMk cId="732373036" sldId="631"/>
            <ac:graphicFrameMk id="53" creationId="{44ACD3D0-2149-1555-85AA-B580BD684696}"/>
          </ac:graphicFrameMkLst>
        </pc:graphicFrameChg>
        <pc:graphicFrameChg chg="mod modGraphic">
          <ac:chgData name="성우 최" userId="b39b9c6800b01a47" providerId="LiveId" clId="{86918D44-C542-442D-8291-F46EC03904AF}" dt="2026-04-06T03:16:16.815" v="261" actId="207"/>
          <ac:graphicFrameMkLst>
            <pc:docMk/>
            <pc:sldMk cId="732373036" sldId="631"/>
            <ac:graphicFrameMk id="54" creationId="{6C758D16-C8C9-EAAF-34D7-AD083C1439A5}"/>
          </ac:graphicFrameMkLst>
        </pc:graphicFrameChg>
        <pc:graphicFrameChg chg="mod modGraphic">
          <ac:chgData name="성우 최" userId="b39b9c6800b01a47" providerId="LiveId" clId="{86918D44-C542-442D-8291-F46EC03904AF}" dt="2026-04-06T03:16:10.865" v="258" actId="20577"/>
          <ac:graphicFrameMkLst>
            <pc:docMk/>
            <pc:sldMk cId="732373036" sldId="631"/>
            <ac:graphicFrameMk id="55" creationId="{F648B611-AB20-DFE5-B7DC-2C55CBDE8A52}"/>
          </ac:graphicFrameMkLst>
        </pc:graphicFrameChg>
        <pc:graphicFrameChg chg="modGraphic">
          <ac:chgData name="성우 최" userId="b39b9c6800b01a47" providerId="LiveId" clId="{86918D44-C542-442D-8291-F46EC03904AF}" dt="2026-04-06T03:20:23.261" v="427" actId="20577"/>
          <ac:graphicFrameMkLst>
            <pc:docMk/>
            <pc:sldMk cId="732373036" sldId="631"/>
            <ac:graphicFrameMk id="56" creationId="{E3DD2E6A-7EC7-7652-266B-A96E0D8767EE}"/>
          </ac:graphicFrameMkLst>
        </pc:graphicFrameChg>
        <pc:graphicFrameChg chg="mod">
          <ac:chgData name="성우 최" userId="b39b9c6800b01a47" providerId="LiveId" clId="{86918D44-C542-442D-8291-F46EC03904AF}" dt="2026-04-06T02:59:16.992" v="15" actId="1076"/>
          <ac:graphicFrameMkLst>
            <pc:docMk/>
            <pc:sldMk cId="732373036" sldId="631"/>
            <ac:graphicFrameMk id="70" creationId="{BB7C4D21-DF64-ED70-52D7-8E8D440E5D1D}"/>
          </ac:graphicFrameMkLst>
        </pc:graphicFrameChg>
        <pc:graphicFrameChg chg="del">
          <ac:chgData name="성우 최" userId="b39b9c6800b01a47" providerId="LiveId" clId="{86918D44-C542-442D-8291-F46EC03904AF}" dt="2026-04-06T02:51:29.916" v="0" actId="478"/>
          <ac:graphicFrameMkLst>
            <pc:docMk/>
            <pc:sldMk cId="732373036" sldId="631"/>
            <ac:graphicFrameMk id="71" creationId="{7F685085-8F98-E839-EAF1-7076903CD746}"/>
          </ac:graphicFrameMkLst>
        </pc:graphicFrameChg>
        <pc:graphicFrameChg chg="mod modGraphic">
          <ac:chgData name="성우 최" userId="b39b9c6800b01a47" providerId="LiveId" clId="{86918D44-C542-442D-8291-F46EC03904AF}" dt="2026-04-06T03:18:03.034" v="279" actId="1076"/>
          <ac:graphicFrameMkLst>
            <pc:docMk/>
            <pc:sldMk cId="732373036" sldId="631"/>
            <ac:graphicFrameMk id="72" creationId="{6384C348-D15E-DEA8-4CA6-DA01A7F97C9E}"/>
          </ac:graphicFrameMkLst>
        </pc:graphicFrameChg>
        <pc:cxnChg chg="del">
          <ac:chgData name="성우 최" userId="b39b9c6800b01a47" providerId="LiveId" clId="{86918D44-C542-442D-8291-F46EC03904AF}" dt="2026-04-06T02:51:46.662" v="6" actId="478"/>
          <ac:cxnSpMkLst>
            <pc:docMk/>
            <pc:sldMk cId="732373036" sldId="631"/>
            <ac:cxnSpMk id="39" creationId="{3448C489-A7D9-904C-8A0F-A4172405B1C8}"/>
          </ac:cxnSpMkLst>
        </pc:cxnChg>
        <pc:cxnChg chg="del">
          <ac:chgData name="성우 최" userId="b39b9c6800b01a47" providerId="LiveId" clId="{86918D44-C542-442D-8291-F46EC03904AF}" dt="2026-04-06T02:51:29.916" v="0" actId="478"/>
          <ac:cxnSpMkLst>
            <pc:docMk/>
            <pc:sldMk cId="732373036" sldId="631"/>
            <ac:cxnSpMk id="44" creationId="{DDD7B160-1695-7C65-A004-79D402315286}"/>
          </ac:cxnSpMkLst>
        </pc:cxnChg>
        <pc:cxnChg chg="del mod">
          <ac:chgData name="성우 최" userId="b39b9c6800b01a47" providerId="LiveId" clId="{86918D44-C542-442D-8291-F46EC03904AF}" dt="2026-04-06T02:51:38.405" v="4" actId="478"/>
          <ac:cxnSpMkLst>
            <pc:docMk/>
            <pc:sldMk cId="732373036" sldId="631"/>
            <ac:cxnSpMk id="46" creationId="{28BC6893-1CF5-811C-7415-DF2769815D50}"/>
          </ac:cxnSpMkLst>
        </pc:cxnChg>
      </pc:sldChg>
      <pc:sldChg chg="addSp delSp modSp add mod">
        <pc:chgData name="성우 최" userId="b39b9c6800b01a47" providerId="LiveId" clId="{86918D44-C542-442D-8291-F46EC03904AF}" dt="2026-04-06T06:35:38.346" v="822" actId="207"/>
        <pc:sldMkLst>
          <pc:docMk/>
          <pc:sldMk cId="1567596129" sldId="632"/>
        </pc:sldMkLst>
        <pc:spChg chg="del mod">
          <ac:chgData name="성우 최" userId="b39b9c6800b01a47" providerId="LiveId" clId="{86918D44-C542-442D-8291-F46EC03904AF}" dt="2026-04-06T04:07:05.465" v="628" actId="478"/>
          <ac:spMkLst>
            <pc:docMk/>
            <pc:sldMk cId="1567596129" sldId="632"/>
            <ac:spMk id="3" creationId="{1AF80501-5DA4-9EEB-5A58-3737C1AB408D}"/>
          </ac:spMkLst>
        </pc:spChg>
        <pc:spChg chg="del">
          <ac:chgData name="성우 최" userId="b39b9c6800b01a47" providerId="LiveId" clId="{86918D44-C542-442D-8291-F46EC03904AF}" dt="2026-04-06T04:07:10.062" v="629" actId="478"/>
          <ac:spMkLst>
            <pc:docMk/>
            <pc:sldMk cId="1567596129" sldId="632"/>
            <ac:spMk id="13" creationId="{68C90FBF-F1A3-7E0A-AF66-D1024F23D13E}"/>
          </ac:spMkLst>
        </pc:spChg>
        <pc:spChg chg="del">
          <ac:chgData name="성우 최" userId="b39b9c6800b01a47" providerId="LiveId" clId="{86918D44-C542-442D-8291-F46EC03904AF}" dt="2026-04-06T04:07:10.062" v="629" actId="478"/>
          <ac:spMkLst>
            <pc:docMk/>
            <pc:sldMk cId="1567596129" sldId="632"/>
            <ac:spMk id="22" creationId="{90041D93-82C6-AC0F-B0F8-C6DF174C0F9E}"/>
          </ac:spMkLst>
        </pc:spChg>
        <pc:spChg chg="del">
          <ac:chgData name="성우 최" userId="b39b9c6800b01a47" providerId="LiveId" clId="{86918D44-C542-442D-8291-F46EC03904AF}" dt="2026-04-06T04:07:10.062" v="629" actId="478"/>
          <ac:spMkLst>
            <pc:docMk/>
            <pc:sldMk cId="1567596129" sldId="632"/>
            <ac:spMk id="23" creationId="{BCCFACE4-A887-2FA9-3725-60C39A785019}"/>
          </ac:spMkLst>
        </pc:spChg>
        <pc:spChg chg="del">
          <ac:chgData name="성우 최" userId="b39b9c6800b01a47" providerId="LiveId" clId="{86918D44-C542-442D-8291-F46EC03904AF}" dt="2026-04-06T04:07:10.062" v="629" actId="478"/>
          <ac:spMkLst>
            <pc:docMk/>
            <pc:sldMk cId="1567596129" sldId="632"/>
            <ac:spMk id="28" creationId="{F980F742-B101-B2AE-7CB5-33B53899641B}"/>
          </ac:spMkLst>
        </pc:spChg>
        <pc:spChg chg="del">
          <ac:chgData name="성우 최" userId="b39b9c6800b01a47" providerId="LiveId" clId="{86918D44-C542-442D-8291-F46EC03904AF}" dt="2026-04-06T04:07:10.062" v="629" actId="478"/>
          <ac:spMkLst>
            <pc:docMk/>
            <pc:sldMk cId="1567596129" sldId="632"/>
            <ac:spMk id="29" creationId="{3EBA7613-2111-2860-0574-C18649D07EDF}"/>
          </ac:spMkLst>
        </pc:spChg>
        <pc:spChg chg="del">
          <ac:chgData name="성우 최" userId="b39b9c6800b01a47" providerId="LiveId" clId="{86918D44-C542-442D-8291-F46EC03904AF}" dt="2026-04-06T04:07:10.062" v="629" actId="478"/>
          <ac:spMkLst>
            <pc:docMk/>
            <pc:sldMk cId="1567596129" sldId="632"/>
            <ac:spMk id="38" creationId="{90E809C2-AC33-DC11-875E-13BB8882B279}"/>
          </ac:spMkLst>
        </pc:spChg>
        <pc:spChg chg="del">
          <ac:chgData name="성우 최" userId="b39b9c6800b01a47" providerId="LiveId" clId="{86918D44-C542-442D-8291-F46EC03904AF}" dt="2026-04-06T04:07:10.062" v="629" actId="478"/>
          <ac:spMkLst>
            <pc:docMk/>
            <pc:sldMk cId="1567596129" sldId="632"/>
            <ac:spMk id="39" creationId="{E3A9A7AF-FB67-71DD-C4E3-0E56C6D09B0C}"/>
          </ac:spMkLst>
        </pc:spChg>
        <pc:spChg chg="del">
          <ac:chgData name="성우 최" userId="b39b9c6800b01a47" providerId="LiveId" clId="{86918D44-C542-442D-8291-F46EC03904AF}" dt="2026-04-06T04:07:10.062" v="629" actId="478"/>
          <ac:spMkLst>
            <pc:docMk/>
            <pc:sldMk cId="1567596129" sldId="632"/>
            <ac:spMk id="40" creationId="{440ED5A9-983E-79A6-016E-BFD14AB17B5D}"/>
          </ac:spMkLst>
        </pc:spChg>
        <pc:spChg chg="del">
          <ac:chgData name="성우 최" userId="b39b9c6800b01a47" providerId="LiveId" clId="{86918D44-C542-442D-8291-F46EC03904AF}" dt="2026-04-06T04:07:10.062" v="629" actId="478"/>
          <ac:spMkLst>
            <pc:docMk/>
            <pc:sldMk cId="1567596129" sldId="632"/>
            <ac:spMk id="41" creationId="{F4D47117-6291-5890-F68F-ACE99C5C8D1B}"/>
          </ac:spMkLst>
        </pc:spChg>
        <pc:spChg chg="add mod">
          <ac:chgData name="성우 최" userId="b39b9c6800b01a47" providerId="LiveId" clId="{86918D44-C542-442D-8291-F46EC03904AF}" dt="2026-04-06T04:15:49.985" v="730" actId="1076"/>
          <ac:spMkLst>
            <pc:docMk/>
            <pc:sldMk cId="1567596129" sldId="632"/>
            <ac:spMk id="42" creationId="{6524431A-E966-E9CD-6C7F-CB55A5A1AB1B}"/>
          </ac:spMkLst>
        </pc:spChg>
        <pc:spChg chg="del">
          <ac:chgData name="성우 최" userId="b39b9c6800b01a47" providerId="LiveId" clId="{86918D44-C542-442D-8291-F46EC03904AF}" dt="2026-04-06T04:07:10.062" v="629" actId="478"/>
          <ac:spMkLst>
            <pc:docMk/>
            <pc:sldMk cId="1567596129" sldId="632"/>
            <ac:spMk id="44" creationId="{7166EA8D-4E56-A1BF-EBA2-AA76DD6EA2A1}"/>
          </ac:spMkLst>
        </pc:spChg>
        <pc:spChg chg="add mod">
          <ac:chgData name="성우 최" userId="b39b9c6800b01a47" providerId="LiveId" clId="{86918D44-C542-442D-8291-F46EC03904AF}" dt="2026-04-06T04:15:52.982" v="732" actId="20577"/>
          <ac:spMkLst>
            <pc:docMk/>
            <pc:sldMk cId="1567596129" sldId="632"/>
            <ac:spMk id="46" creationId="{8CA08964-7FFF-EA7D-BA51-E2C3A8ACE574}"/>
          </ac:spMkLst>
        </pc:spChg>
        <pc:spChg chg="add mod">
          <ac:chgData name="성우 최" userId="b39b9c6800b01a47" providerId="LiveId" clId="{86918D44-C542-442D-8291-F46EC03904AF}" dt="2026-04-06T04:16:09.584" v="736" actId="1076"/>
          <ac:spMkLst>
            <pc:docMk/>
            <pc:sldMk cId="1567596129" sldId="632"/>
            <ac:spMk id="48" creationId="{70F169F7-ECE9-6AB3-A613-51DF0812F396}"/>
          </ac:spMkLst>
        </pc:spChg>
        <pc:spChg chg="add mod">
          <ac:chgData name="성우 최" userId="b39b9c6800b01a47" providerId="LiveId" clId="{86918D44-C542-442D-8291-F46EC03904AF}" dt="2026-04-06T04:16:20.712" v="738" actId="1076"/>
          <ac:spMkLst>
            <pc:docMk/>
            <pc:sldMk cId="1567596129" sldId="632"/>
            <ac:spMk id="49" creationId="{5FC81804-3F8F-C488-9115-BC490FFF23D8}"/>
          </ac:spMkLst>
        </pc:spChg>
        <pc:spChg chg="add mod">
          <ac:chgData name="성우 최" userId="b39b9c6800b01a47" providerId="LiveId" clId="{86918D44-C542-442D-8291-F46EC03904AF}" dt="2026-04-06T04:16:34.115" v="740" actId="1076"/>
          <ac:spMkLst>
            <pc:docMk/>
            <pc:sldMk cId="1567596129" sldId="632"/>
            <ac:spMk id="50" creationId="{24134269-0D62-F317-3536-37888AAB7702}"/>
          </ac:spMkLst>
        </pc:spChg>
        <pc:spChg chg="add mod">
          <ac:chgData name="성우 최" userId="b39b9c6800b01a47" providerId="LiveId" clId="{86918D44-C542-442D-8291-F46EC03904AF}" dt="2026-04-06T04:16:41.693" v="742" actId="1076"/>
          <ac:spMkLst>
            <pc:docMk/>
            <pc:sldMk cId="1567596129" sldId="632"/>
            <ac:spMk id="51" creationId="{08C835F5-A700-5490-999E-EB608DA78B7B}"/>
          </ac:spMkLst>
        </pc:spChg>
        <pc:spChg chg="add mod">
          <ac:chgData name="성우 최" userId="b39b9c6800b01a47" providerId="LiveId" clId="{86918D44-C542-442D-8291-F46EC03904AF}" dt="2026-04-06T04:21:43.693" v="773" actId="207"/>
          <ac:spMkLst>
            <pc:docMk/>
            <pc:sldMk cId="1567596129" sldId="632"/>
            <ac:spMk id="52" creationId="{F3A08E36-2505-9BB0-2102-D936530B4684}"/>
          </ac:spMkLst>
        </pc:spChg>
        <pc:spChg chg="add mod">
          <ac:chgData name="성우 최" userId="b39b9c6800b01a47" providerId="LiveId" clId="{86918D44-C542-442D-8291-F46EC03904AF}" dt="2026-04-06T04:17:19.026" v="748"/>
          <ac:spMkLst>
            <pc:docMk/>
            <pc:sldMk cId="1567596129" sldId="632"/>
            <ac:spMk id="53" creationId="{30750A24-50EF-680A-A046-DAC9F35AD77E}"/>
          </ac:spMkLst>
        </pc:spChg>
        <pc:spChg chg="add mod">
          <ac:chgData name="성우 최" userId="b39b9c6800b01a47" providerId="LiveId" clId="{86918D44-C542-442D-8291-F46EC03904AF}" dt="2026-04-06T04:21:47.291" v="774" actId="207"/>
          <ac:spMkLst>
            <pc:docMk/>
            <pc:sldMk cId="1567596129" sldId="632"/>
            <ac:spMk id="54" creationId="{641266E9-DF32-2187-6C18-EBDF4DEB6082}"/>
          </ac:spMkLst>
        </pc:spChg>
        <pc:spChg chg="add mod">
          <ac:chgData name="성우 최" userId="b39b9c6800b01a47" providerId="LiveId" clId="{86918D44-C542-442D-8291-F46EC03904AF}" dt="2026-04-06T04:18:42.633" v="762" actId="1076"/>
          <ac:spMkLst>
            <pc:docMk/>
            <pc:sldMk cId="1567596129" sldId="632"/>
            <ac:spMk id="55" creationId="{1AC46FBC-A1D9-5D37-9D90-DAE4BD958A97}"/>
          </ac:spMkLst>
        </pc:spChg>
        <pc:spChg chg="add mod">
          <ac:chgData name="성우 최" userId="b39b9c6800b01a47" providerId="LiveId" clId="{86918D44-C542-442D-8291-F46EC03904AF}" dt="2026-04-06T04:22:29.556" v="778" actId="767"/>
          <ac:spMkLst>
            <pc:docMk/>
            <pc:sldMk cId="1567596129" sldId="632"/>
            <ac:spMk id="59" creationId="{79492EDA-04E5-241F-2741-523D8ED82452}"/>
          </ac:spMkLst>
        </pc:spChg>
        <pc:spChg chg="add mod">
          <ac:chgData name="성우 최" userId="b39b9c6800b01a47" providerId="LiveId" clId="{86918D44-C542-442D-8291-F46EC03904AF}" dt="2026-04-06T04:23:02.807" v="808" actId="207"/>
          <ac:spMkLst>
            <pc:docMk/>
            <pc:sldMk cId="1567596129" sldId="632"/>
            <ac:spMk id="60" creationId="{DAA2607F-812F-3EDB-CEAB-38E435E23A46}"/>
          </ac:spMkLst>
        </pc:spChg>
        <pc:graphicFrameChg chg="add mod modGraphic">
          <ac:chgData name="성우 최" userId="b39b9c6800b01a47" providerId="LiveId" clId="{86918D44-C542-442D-8291-F46EC03904AF}" dt="2026-04-06T04:08:49.143" v="651" actId="255"/>
          <ac:graphicFrameMkLst>
            <pc:docMk/>
            <pc:sldMk cId="1567596129" sldId="632"/>
            <ac:graphicFrameMk id="4" creationId="{FB25849A-2E13-9294-9EC4-3D6B32B3D783}"/>
          </ac:graphicFrameMkLst>
        </pc:graphicFrameChg>
        <pc:graphicFrameChg chg="add mod modGraphic">
          <ac:chgData name="성우 최" userId="b39b9c6800b01a47" providerId="LiveId" clId="{86918D44-C542-442D-8291-F46EC03904AF}" dt="2026-04-06T04:16:04.908" v="735" actId="1076"/>
          <ac:graphicFrameMkLst>
            <pc:docMk/>
            <pc:sldMk cId="1567596129" sldId="632"/>
            <ac:graphicFrameMk id="9" creationId="{520E28AF-F143-A029-6F02-2C67CF4AC4F1}"/>
          </ac:graphicFrameMkLst>
        </pc:graphicFrameChg>
        <pc:graphicFrameChg chg="add mod modGraphic">
          <ac:chgData name="성우 최" userId="b39b9c6800b01a47" providerId="LiveId" clId="{86918D44-C542-442D-8291-F46EC03904AF}" dt="2026-04-06T04:11:50.044" v="680" actId="255"/>
          <ac:graphicFrameMkLst>
            <pc:docMk/>
            <pc:sldMk cId="1567596129" sldId="632"/>
            <ac:graphicFrameMk id="11" creationId="{3831102F-ED71-E935-A0A4-762F12888DB6}"/>
          </ac:graphicFrameMkLst>
        </pc:graphicFrameChg>
        <pc:graphicFrameChg chg="add mod modGraphic">
          <ac:chgData name="성우 최" userId="b39b9c6800b01a47" providerId="LiveId" clId="{86918D44-C542-442D-8291-F46EC03904AF}" dt="2026-04-06T06:35:24.635" v="818"/>
          <ac:graphicFrameMkLst>
            <pc:docMk/>
            <pc:sldMk cId="1567596129" sldId="632"/>
            <ac:graphicFrameMk id="15" creationId="{AB90FF8D-78A0-87AF-4448-A859DEA9FFCB}"/>
          </ac:graphicFrameMkLst>
        </pc:graphicFrameChg>
        <pc:graphicFrameChg chg="add mod modGraphic">
          <ac:chgData name="성우 최" userId="b39b9c6800b01a47" providerId="LiveId" clId="{86918D44-C542-442D-8291-F46EC03904AF}" dt="2026-04-06T06:35:38.346" v="822" actId="207"/>
          <ac:graphicFrameMkLst>
            <pc:docMk/>
            <pc:sldMk cId="1567596129" sldId="632"/>
            <ac:graphicFrameMk id="16" creationId="{C78D6AEA-2312-7B31-DF67-F773860A7B9B}"/>
          </ac:graphicFrameMkLst>
        </pc:graphicFrameChg>
        <pc:graphicFrameChg chg="add mod">
          <ac:chgData name="성우 최" userId="b39b9c6800b01a47" providerId="LiveId" clId="{86918D44-C542-442D-8291-F46EC03904AF}" dt="2026-04-06T04:12:13.718" v="682" actId="1076"/>
          <ac:graphicFrameMkLst>
            <pc:docMk/>
            <pc:sldMk cId="1567596129" sldId="632"/>
            <ac:graphicFrameMk id="17" creationId="{F1403041-D3B3-8271-9D40-BDF37CDE45F8}"/>
          </ac:graphicFrameMkLst>
        </pc:graphicFrameChg>
        <pc:graphicFrameChg chg="add mod">
          <ac:chgData name="성우 최" userId="b39b9c6800b01a47" providerId="LiveId" clId="{86918D44-C542-442D-8291-F46EC03904AF}" dt="2026-04-06T04:12:16.559" v="683"/>
          <ac:graphicFrameMkLst>
            <pc:docMk/>
            <pc:sldMk cId="1567596129" sldId="632"/>
            <ac:graphicFrameMk id="18" creationId="{07E4F7DB-E2B4-20D5-A60A-3DD3D8941C97}"/>
          </ac:graphicFrameMkLst>
        </pc:graphicFrameChg>
        <pc:graphicFrameChg chg="add mod">
          <ac:chgData name="성우 최" userId="b39b9c6800b01a47" providerId="LiveId" clId="{86918D44-C542-442D-8291-F46EC03904AF}" dt="2026-04-06T04:12:26.717" v="685" actId="1076"/>
          <ac:graphicFrameMkLst>
            <pc:docMk/>
            <pc:sldMk cId="1567596129" sldId="632"/>
            <ac:graphicFrameMk id="20" creationId="{683F565A-DE0A-72B0-4F72-74CE7905EEF1}"/>
          </ac:graphicFrameMkLst>
        </pc:graphicFrameChg>
        <pc:graphicFrameChg chg="add mod modGraphic">
          <ac:chgData name="성우 최" userId="b39b9c6800b01a47" providerId="LiveId" clId="{86918D44-C542-442D-8291-F46EC03904AF}" dt="2026-04-06T04:14:13.313" v="713" actId="20577"/>
          <ac:graphicFrameMkLst>
            <pc:docMk/>
            <pc:sldMk cId="1567596129" sldId="632"/>
            <ac:graphicFrameMk id="36" creationId="{E0E3A98E-5EB3-F6A8-B8AA-57E083C92075}"/>
          </ac:graphicFrameMkLst>
        </pc:graphicFrameChg>
        <pc:graphicFrameChg chg="add mod modGraphic">
          <ac:chgData name="성우 최" userId="b39b9c6800b01a47" providerId="LiveId" clId="{86918D44-C542-442D-8291-F46EC03904AF}" dt="2026-04-06T04:14:29.894" v="717" actId="20577"/>
          <ac:graphicFrameMkLst>
            <pc:docMk/>
            <pc:sldMk cId="1567596129" sldId="632"/>
            <ac:graphicFrameMk id="37" creationId="{5CA4B68D-E035-E370-6314-0CD254D03ACD}"/>
          </ac:graphicFrameMkLst>
        </pc:graphicFrameChg>
        <pc:graphicFrameChg chg="add mod">
          <ac:chgData name="성우 최" userId="b39b9c6800b01a47" providerId="LiveId" clId="{86918D44-C542-442D-8291-F46EC03904AF}" dt="2026-04-06T04:14:53.066" v="722"/>
          <ac:graphicFrameMkLst>
            <pc:docMk/>
            <pc:sldMk cId="1567596129" sldId="632"/>
            <ac:graphicFrameMk id="45" creationId="{74F92D7D-D28A-FCF9-77F2-BEFB669A99C0}"/>
          </ac:graphicFrameMkLst>
        </pc:graphicFrameChg>
        <pc:graphicFrameChg chg="add mod modGraphic">
          <ac:chgData name="성우 최" userId="b39b9c6800b01a47" providerId="LiveId" clId="{86918D44-C542-442D-8291-F46EC03904AF}" dt="2026-04-06T04:21:10.796" v="770"/>
          <ac:graphicFrameMkLst>
            <pc:docMk/>
            <pc:sldMk cId="1567596129" sldId="632"/>
            <ac:graphicFrameMk id="56" creationId="{A22AF3A9-275B-DB3E-AE35-562EC45E9CCB}"/>
          </ac:graphicFrameMkLst>
        </pc:graphicFrameChg>
        <pc:cxnChg chg="add mod">
          <ac:chgData name="성우 최" userId="b39b9c6800b01a47" providerId="LiveId" clId="{86918D44-C542-442D-8291-F46EC03904AF}" dt="2026-04-06T04:16:04.908" v="735" actId="1076"/>
          <ac:cxnSpMkLst>
            <pc:docMk/>
            <pc:sldMk cId="1567596129" sldId="632"/>
            <ac:cxnSpMk id="6" creationId="{B6CC8BE9-9999-47E0-56DD-BF568227C39B}"/>
          </ac:cxnSpMkLst>
        </pc:cxnChg>
        <pc:cxnChg chg="add">
          <ac:chgData name="성우 최" userId="b39b9c6800b01a47" providerId="LiveId" clId="{86918D44-C542-442D-8291-F46EC03904AF}" dt="2026-04-06T04:09:42.441" v="653" actId="11529"/>
          <ac:cxnSpMkLst>
            <pc:docMk/>
            <pc:sldMk cId="1567596129" sldId="632"/>
            <ac:cxnSpMk id="8" creationId="{7EF92BA4-3D1A-5806-AE77-F13832366877}"/>
          </ac:cxnSpMkLst>
        </pc:cxnChg>
        <pc:cxnChg chg="add mod">
          <ac:chgData name="성우 최" userId="b39b9c6800b01a47" providerId="LiveId" clId="{86918D44-C542-442D-8291-F46EC03904AF}" dt="2026-04-06T04:23:54.989" v="811" actId="14100"/>
          <ac:cxnSpMkLst>
            <pc:docMk/>
            <pc:sldMk cId="1567596129" sldId="632"/>
            <ac:cxnSpMk id="26" creationId="{C85EB64B-A90D-7CB7-CB36-36C22EF28024}"/>
          </ac:cxnSpMkLst>
        </pc:cxnChg>
        <pc:cxnChg chg="add">
          <ac:chgData name="성우 최" userId="b39b9c6800b01a47" providerId="LiveId" clId="{86918D44-C542-442D-8291-F46EC03904AF}" dt="2026-04-06T04:13:40.834" v="701" actId="11529"/>
          <ac:cxnSpMkLst>
            <pc:docMk/>
            <pc:sldMk cId="1567596129" sldId="632"/>
            <ac:cxnSpMk id="31" creationId="{A33F3A7B-97BD-7E00-27A0-A014D2C95BF7}"/>
          </ac:cxnSpMkLst>
        </pc:cxnChg>
        <pc:cxnChg chg="add">
          <ac:chgData name="성우 최" userId="b39b9c6800b01a47" providerId="LiveId" clId="{86918D44-C542-442D-8291-F46EC03904AF}" dt="2026-04-06T04:13:48.288" v="702" actId="11529"/>
          <ac:cxnSpMkLst>
            <pc:docMk/>
            <pc:sldMk cId="1567596129" sldId="632"/>
            <ac:cxnSpMk id="33" creationId="{C20F477E-8361-C6CD-BDA9-BC1D3A4C76BF}"/>
          </ac:cxnSpMkLst>
        </pc:cxnChg>
        <pc:cxnChg chg="add">
          <ac:chgData name="성우 최" userId="b39b9c6800b01a47" providerId="LiveId" clId="{86918D44-C542-442D-8291-F46EC03904AF}" dt="2026-04-06T04:13:55.451" v="703" actId="11529"/>
          <ac:cxnSpMkLst>
            <pc:docMk/>
            <pc:sldMk cId="1567596129" sldId="632"/>
            <ac:cxnSpMk id="35" creationId="{0CE103E1-4546-E1BE-0604-8F0884E51CED}"/>
          </ac:cxnSpMkLst>
        </pc:cxnChg>
        <pc:cxnChg chg="add mod">
          <ac:chgData name="성우 최" userId="b39b9c6800b01a47" providerId="LiveId" clId="{86918D44-C542-442D-8291-F46EC03904AF}" dt="2026-04-06T04:22:09.067" v="776" actId="208"/>
          <ac:cxnSpMkLst>
            <pc:docMk/>
            <pc:sldMk cId="1567596129" sldId="632"/>
            <ac:cxnSpMk id="58" creationId="{00121801-C1C5-159B-AB2C-5116F042DBB5}"/>
          </ac:cxnSpMkLst>
        </pc:cxnChg>
      </pc:sldChg>
      <pc:sldChg chg="new del">
        <pc:chgData name="성우 최" userId="b39b9c6800b01a47" providerId="LiveId" clId="{86918D44-C542-442D-8291-F46EC03904AF}" dt="2026-04-06T04:06:56.132" v="625" actId="680"/>
        <pc:sldMkLst>
          <pc:docMk/>
          <pc:sldMk cId="1656819028" sldId="63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294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930" y="4925407"/>
            <a:ext cx="567944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3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7338D-3299-39E6-9DDD-0F8F5CAA4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CCE7E3-1CDD-E2A0-D0E7-409D3F037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04776C-4756-512F-D150-2D83CF21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C51FC7-52F1-D61B-DB8B-9BC6E4943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51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C28A8-D27A-C779-215E-39889C5DB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ACA957-2355-6BEE-21AD-722351DC7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4DECAC-2D8E-2018-64F4-68414DCB1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29544-34D8-C919-C665-864BD9D05B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7536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BB5CA-9D20-83A4-6A59-3A76F927A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162139-D30D-0F43-0D48-515213A56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A30D42-B85C-8EC2-E60F-F6137D085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AC0F0C-3C78-1D36-0C56-A7CFAA39C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3481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7717A-0975-F536-541A-B6E64FB3C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E1EF5A-3B16-BEEB-8D5B-6FABC5165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48AD77-A8F8-3027-729C-B0D3D1B2C6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59CED3-51FF-AD71-F118-E79CEDB44A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79170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300C7-16E6-969F-2BC5-7061B0326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70063C-07F8-D3BB-3DC2-DDC941C088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FE5D0D-622F-4419-E777-DF480C882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C127D-709A-8772-EDEF-0511000AB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06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g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0" y="811044"/>
            <a:ext cx="12192000" cy="2758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Google Shape;30;p12"/>
          <p:cNvSpPr txBox="1">
            <a:spLocks noGrp="1"/>
          </p:cNvSpPr>
          <p:nvPr>
            <p:ph type="title"/>
          </p:nvPr>
        </p:nvSpPr>
        <p:spPr>
          <a:xfrm>
            <a:off x="745671" y="187326"/>
            <a:ext cx="10515600" cy="627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D1D4F"/>
              </a:buClr>
              <a:buSzPts val="3600"/>
              <a:buFont typeface="Calibri"/>
              <a:buNone/>
              <a:defRPr sz="3600" b="1">
                <a:solidFill>
                  <a:srgbClr val="0D1D4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12"/>
          <p:cNvSpPr txBox="1">
            <a:spLocks noGrp="1"/>
          </p:cNvSpPr>
          <p:nvPr>
            <p:ph type="body" idx="1"/>
          </p:nvPr>
        </p:nvSpPr>
        <p:spPr>
          <a:xfrm>
            <a:off x="355600" y="1003300"/>
            <a:ext cx="10998200" cy="4957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sz="20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✔"/>
              <a:defRPr sz="16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한쪽 모서리가 둥근 사각형 1"/>
          <p:cNvSpPr/>
          <p:nvPr userDrawn="1"/>
        </p:nvSpPr>
        <p:spPr>
          <a:xfrm>
            <a:off x="12061825" y="712847"/>
            <a:ext cx="130175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한쪽 모서리가 둥근 사각형 10"/>
          <p:cNvSpPr/>
          <p:nvPr userDrawn="1"/>
        </p:nvSpPr>
        <p:spPr>
          <a:xfrm>
            <a:off x="0" y="712847"/>
            <a:ext cx="205467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한쪽 모서리가 둥근 사각형 13"/>
          <p:cNvSpPr/>
          <p:nvPr userDrawn="1"/>
        </p:nvSpPr>
        <p:spPr>
          <a:xfrm>
            <a:off x="11931650" y="7576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한쪽 모서리가 둥근 사각형 14"/>
          <p:cNvSpPr/>
          <p:nvPr userDrawn="1"/>
        </p:nvSpPr>
        <p:spPr>
          <a:xfrm>
            <a:off x="11801475" y="7895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한쪽 모서리가 둥근 사각형 15"/>
          <p:cNvSpPr/>
          <p:nvPr userDrawn="1"/>
        </p:nvSpPr>
        <p:spPr>
          <a:xfrm>
            <a:off x="205467" y="7576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한쪽 모서리가 둥근 사각형 16"/>
          <p:cNvSpPr/>
          <p:nvPr userDrawn="1"/>
        </p:nvSpPr>
        <p:spPr>
          <a:xfrm>
            <a:off x="308882" y="7895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제목 슬라이드">
  <p:cSld name="1_제목 슬라이드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oogle Shape;37;p13"/>
          <p:cNvGrpSpPr/>
          <p:nvPr/>
        </p:nvGrpSpPr>
        <p:grpSpPr>
          <a:xfrm>
            <a:off x="0" y="-9039"/>
            <a:ext cx="12192000" cy="6604001"/>
            <a:chOff x="0" y="234950"/>
            <a:chExt cx="12192000" cy="6604001"/>
          </a:xfrm>
        </p:grpSpPr>
        <p:pic>
          <p:nvPicPr>
            <p:cNvPr id="38" name="Google Shape;38;p13"/>
            <p:cNvPicPr preferRelativeResize="0"/>
            <p:nvPr/>
          </p:nvPicPr>
          <p:blipFill rotWithShape="1">
            <a:blip r:embed="rId2">
              <a:alphaModFix/>
            </a:blip>
            <a:srcRect l="5451" r="6823"/>
            <a:stretch/>
          </p:blipFill>
          <p:spPr>
            <a:xfrm>
              <a:off x="0" y="244220"/>
              <a:ext cx="12192000" cy="65854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9" name="Google Shape;39;p13"/>
            <p:cNvSpPr/>
            <p:nvPr/>
          </p:nvSpPr>
          <p:spPr>
            <a:xfrm>
              <a:off x="0" y="234950"/>
              <a:ext cx="12192000" cy="6604001"/>
            </a:xfrm>
            <a:prstGeom prst="rect">
              <a:avLst/>
            </a:prstGeom>
            <a:solidFill>
              <a:schemeClr val="lt1">
                <a:alpha val="7490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40" name="Google Shape;40;p13"/>
          <p:cNvSpPr/>
          <p:nvPr/>
        </p:nvSpPr>
        <p:spPr>
          <a:xfrm>
            <a:off x="0" y="6306831"/>
            <a:ext cx="12192000" cy="576263"/>
          </a:xfrm>
          <a:custGeom>
            <a:avLst/>
            <a:gdLst/>
            <a:ahLst/>
            <a:cxnLst/>
            <a:rect l="l" t="t" r="r" b="b"/>
            <a:pathLst>
              <a:path w="12192000" h="825500" extrusionOk="0">
                <a:moveTo>
                  <a:pt x="6096000" y="0"/>
                </a:moveTo>
                <a:lnTo>
                  <a:pt x="12192000" y="323850"/>
                </a:lnTo>
                <a:lnTo>
                  <a:pt x="12192000" y="825500"/>
                </a:lnTo>
                <a:lnTo>
                  <a:pt x="0" y="825500"/>
                </a:lnTo>
                <a:lnTo>
                  <a:pt x="0" y="323850"/>
                </a:lnTo>
                <a:close/>
              </a:path>
            </a:pathLst>
          </a:custGeom>
          <a:solidFill>
            <a:srgbClr val="1229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1" name="Google Shape;41;p13" descr="yonsei university logo에 대한 이미지 검색결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318" y="4913077"/>
            <a:ext cx="1404000" cy="14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13"/>
          <p:cNvSpPr/>
          <p:nvPr/>
        </p:nvSpPr>
        <p:spPr>
          <a:xfrm>
            <a:off x="4542518" y="231"/>
            <a:ext cx="3106964" cy="2465874"/>
          </a:xfrm>
          <a:custGeom>
            <a:avLst/>
            <a:gdLst/>
            <a:ahLst/>
            <a:cxnLst/>
            <a:rect l="l" t="t" r="r" b="b"/>
            <a:pathLst>
              <a:path w="3106964" h="2465874" extrusionOk="0">
                <a:moveTo>
                  <a:pt x="82" y="0"/>
                </a:moveTo>
                <a:lnTo>
                  <a:pt x="3106882" y="0"/>
                </a:lnTo>
                <a:lnTo>
                  <a:pt x="3106882" y="561974"/>
                </a:lnTo>
                <a:lnTo>
                  <a:pt x="3106964" y="561974"/>
                </a:lnTo>
                <a:lnTo>
                  <a:pt x="3106964" y="1529381"/>
                </a:lnTo>
                <a:lnTo>
                  <a:pt x="3106964" y="1529382"/>
                </a:lnTo>
                <a:lnTo>
                  <a:pt x="3106961" y="1529382"/>
                </a:lnTo>
                <a:lnTo>
                  <a:pt x="1553482" y="2465874"/>
                </a:lnTo>
                <a:lnTo>
                  <a:pt x="2" y="1529382"/>
                </a:lnTo>
                <a:lnTo>
                  <a:pt x="0" y="1529382"/>
                </a:lnTo>
                <a:lnTo>
                  <a:pt x="0" y="1529380"/>
                </a:lnTo>
                <a:lnTo>
                  <a:pt x="0" y="561974"/>
                </a:lnTo>
                <a:lnTo>
                  <a:pt x="82" y="561974"/>
                </a:lnTo>
                <a:close/>
              </a:path>
            </a:pathLst>
          </a:custGeom>
          <a:solidFill>
            <a:srgbClr val="1229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Google Shape;43;p13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460"/>
              </a:buClr>
              <a:buSzPts val="3200"/>
              <a:buFont typeface="Calibri"/>
              <a:buNone/>
              <a:defRPr sz="3200" b="1">
                <a:solidFill>
                  <a:srgbClr val="14246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C5294"/>
              </a:buClr>
              <a:buSzPts val="2200"/>
              <a:buNone/>
              <a:defRPr sz="2200">
                <a:solidFill>
                  <a:srgbClr val="2C5294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45" name="Google Shape;45;p13"/>
          <p:cNvPicPr preferRelativeResize="0"/>
          <p:nvPr/>
        </p:nvPicPr>
        <p:blipFill rotWithShape="1">
          <a:blip r:embed="rId4">
            <a:alphaModFix/>
          </a:blip>
          <a:srcRect l="4369" t="25610" r="8252" b="8536"/>
          <a:stretch/>
        </p:blipFill>
        <p:spPr>
          <a:xfrm>
            <a:off x="9576106" y="5577112"/>
            <a:ext cx="2463494" cy="7399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15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9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6" name="Google Shape;76;p2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20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22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23"/>
          <p:cNvSpPr txBox="1">
            <a:spLocks noGrp="1"/>
          </p:cNvSpPr>
          <p:nvPr>
            <p:ph type="sldNum" idx="12"/>
          </p:nvPr>
        </p:nvSpPr>
        <p:spPr>
          <a:xfrm>
            <a:off x="92329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1" name="Google Shape;91;p23"/>
          <p:cNvSpPr txBox="1"/>
          <p:nvPr/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6" name="Picture 2" descr="메타, 새롭고 강력한 AI 시스템 개발 중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5255" y="-1103742"/>
            <a:ext cx="5715000" cy="3171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https://lh3.googleusercontent.com/sitesv/AICyYdYE28hS9Muih9-S1jckfmIsAl0BtEbTbO03pfeFhEz0dl7bZu4e6faNQyQvQLHOlxcls6QEOL3FG0ihPHoTrXY2uT2mQ64LoeGA7cv35andqoV1X--44kpYXSO3xPBQZXFwpEVZoSgImIWGmoZm8IefUadM4pD4_dNVTKdG4lIpe0JhZ4fMZvN2TiY=w1280"/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37" t="16879" r="10088" b="43666"/>
          <a:stretch/>
        </p:blipFill>
        <p:spPr bwMode="auto">
          <a:xfrm>
            <a:off x="-3620728" y="6317358"/>
            <a:ext cx="1036104" cy="5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제목 슬라이드" type="title">
  <p:cSld name="제목 슬라이드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2" descr="https://lh3.googleusercontent.com/sitesv/AICyYdYa1UW4Nl3E0x23EjjEuT6pY9WFc_ENifUIl1OZNhPPgOL0bra4RQXflyhwJP_cSCteVWJL4vZ5oeOnYrHHYPRcBni_5cd1HmUHJUxEzcn2ETfyAVqcI63sORyfC3Fv7zYRNOz6YIlmqpiiefplVZjdnXPw3bkmOUvMcUyT2pebkdAMcMCPb7QpVWBzuQTTMK26Nxuq1lb2dsWbw0HrdqlyT15dZfs-bnqV1_Y=w1280"/>
          <p:cNvPicPr>
            <a:picLocks noChangeAspect="1" noChangeArrowheads="1"/>
          </p:cNvPicPr>
          <p:nvPr userDrawn="1"/>
        </p:nvPicPr>
        <p:blipFill rotWithShape="1"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4" t="-1" r="2774" b="299"/>
          <a:stretch/>
        </p:blipFill>
        <p:spPr bwMode="auto">
          <a:xfrm>
            <a:off x="-12700" y="0"/>
            <a:ext cx="12217400" cy="68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Google Shape;18;p10"/>
          <p:cNvSpPr txBox="1">
            <a:spLocks noGrp="1"/>
          </p:cNvSpPr>
          <p:nvPr>
            <p:ph type="ctrTitle"/>
          </p:nvPr>
        </p:nvSpPr>
        <p:spPr>
          <a:xfrm>
            <a:off x="1524000" y="1841499"/>
            <a:ext cx="9144000" cy="1401763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460"/>
              </a:buClr>
              <a:buSzPts val="3200"/>
              <a:buFont typeface="Calibri"/>
              <a:buNone/>
              <a:defRPr sz="3200" b="1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10"/>
          <p:cNvSpPr txBox="1">
            <a:spLocks noGrp="1"/>
          </p:cNvSpPr>
          <p:nvPr>
            <p:ph type="subTitle" idx="1"/>
          </p:nvPr>
        </p:nvSpPr>
        <p:spPr>
          <a:xfrm>
            <a:off x="1524000" y="3335338"/>
            <a:ext cx="9144000" cy="1655762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C5294"/>
              </a:buClr>
              <a:buSzPts val="2200"/>
              <a:buNone/>
              <a:defRPr sz="2200">
                <a:solidFill>
                  <a:schemeClr val="bg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0" y="3287544"/>
            <a:ext cx="12192000" cy="2758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한쪽 모서리가 둥근 사각형 24"/>
          <p:cNvSpPr/>
          <p:nvPr userDrawn="1"/>
        </p:nvSpPr>
        <p:spPr>
          <a:xfrm>
            <a:off x="12061825" y="3189347"/>
            <a:ext cx="130175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한쪽 모서리가 둥근 사각형 25"/>
          <p:cNvSpPr/>
          <p:nvPr userDrawn="1"/>
        </p:nvSpPr>
        <p:spPr>
          <a:xfrm>
            <a:off x="0" y="3189347"/>
            <a:ext cx="205467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한쪽 모서리가 둥근 사각형 26"/>
          <p:cNvSpPr/>
          <p:nvPr userDrawn="1"/>
        </p:nvSpPr>
        <p:spPr>
          <a:xfrm>
            <a:off x="11931650" y="32341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한쪽 모서리가 둥근 사각형 27"/>
          <p:cNvSpPr/>
          <p:nvPr userDrawn="1"/>
        </p:nvSpPr>
        <p:spPr>
          <a:xfrm>
            <a:off x="11801475" y="32660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한쪽 모서리가 둥근 사각형 28"/>
          <p:cNvSpPr/>
          <p:nvPr userDrawn="1"/>
        </p:nvSpPr>
        <p:spPr>
          <a:xfrm>
            <a:off x="205467" y="32341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한쪽 모서리가 둥근 사각형 29"/>
          <p:cNvSpPr/>
          <p:nvPr userDrawn="1"/>
        </p:nvSpPr>
        <p:spPr>
          <a:xfrm>
            <a:off x="308882" y="32660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 userDrawn="1"/>
        </p:nvSpPr>
        <p:spPr>
          <a:xfrm>
            <a:off x="10667999" y="1841499"/>
            <a:ext cx="130175" cy="140100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10667999" y="3333838"/>
            <a:ext cx="130175" cy="1656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A2118C5-1900-8725-9D9E-F90CF90D3A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113" y="5905083"/>
            <a:ext cx="1692940" cy="749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 descr="텍스트, 원, 폰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B3A51C-858B-45E4-A14B-D2A3343E29B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467" y="5905084"/>
            <a:ext cx="749479" cy="749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038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92329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26.04.06.</a:t>
            </a:r>
            <a:r>
              <a:rPr lang="ko-KR" altLang="en-US" dirty="0"/>
              <a:t>세미나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최성우</a:t>
            </a:r>
            <a:endParaRPr lang="en-US" altLang="ko-KR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Hankuk University of Foreign Studies</a:t>
            </a:r>
          </a:p>
          <a:p>
            <a:r>
              <a:rPr lang="en-US" altLang="ko-KR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Division of Computer Engineering</a:t>
            </a:r>
            <a:endParaRPr lang="ko-KR" altLang="en-US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675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37B88-AC5B-BB36-C643-F1B6F925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4FF169-BD3A-7F72-BA8E-9DF65D87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1.</a:t>
            </a:r>
            <a:r>
              <a:rPr lang="ko-KR" altLang="en-US" dirty="0">
                <a:solidFill>
                  <a:srgbClr val="2F5597"/>
                </a:solidFill>
              </a:rPr>
              <a:t> </a:t>
            </a:r>
            <a:r>
              <a:rPr lang="en-US" altLang="ko-KR" dirty="0">
                <a:solidFill>
                  <a:srgbClr val="2F5597"/>
                </a:solidFill>
              </a:rPr>
              <a:t>RA</a:t>
            </a:r>
            <a:r>
              <a:rPr lang="ko-KR" altLang="en-US" dirty="0">
                <a:solidFill>
                  <a:srgbClr val="2F5597"/>
                </a:solidFill>
              </a:rPr>
              <a:t> 알고리즘 도식화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4FF1DEE-599B-AA58-FFE8-4D909AE7CD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730968"/>
              </p:ext>
            </p:extLst>
          </p:nvPr>
        </p:nvGraphicFramePr>
        <p:xfrm>
          <a:off x="638919" y="1964781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C4C3DE6-1698-CB43-2925-FA1399B5C2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3288"/>
              </p:ext>
            </p:extLst>
          </p:nvPr>
        </p:nvGraphicFramePr>
        <p:xfrm>
          <a:off x="638919" y="1481407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5528960-1B8A-BA32-9B46-DB00B54D0D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894031"/>
              </p:ext>
            </p:extLst>
          </p:nvPr>
        </p:nvGraphicFramePr>
        <p:xfrm>
          <a:off x="638919" y="2448155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4B155A02-22AA-5EE5-59C9-B58723AC3E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451052"/>
              </p:ext>
            </p:extLst>
          </p:nvPr>
        </p:nvGraphicFramePr>
        <p:xfrm>
          <a:off x="638919" y="2931529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DED23FA-3015-24FF-26DA-1F7618265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696750"/>
              </p:ext>
            </p:extLst>
          </p:nvPr>
        </p:nvGraphicFramePr>
        <p:xfrm>
          <a:off x="4423213" y="1964781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4E9B6555-73D6-11F6-BC73-08A3B418BF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554269"/>
              </p:ext>
            </p:extLst>
          </p:nvPr>
        </p:nvGraphicFramePr>
        <p:xfrm>
          <a:off x="4423213" y="1481407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8886435E-214E-43DA-09B0-36BF3AE6F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8771837"/>
              </p:ext>
            </p:extLst>
          </p:nvPr>
        </p:nvGraphicFramePr>
        <p:xfrm>
          <a:off x="4423213" y="2448155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BC590332-63B7-62C0-2F9F-301B579931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059893"/>
              </p:ext>
            </p:extLst>
          </p:nvPr>
        </p:nvGraphicFramePr>
        <p:xfrm>
          <a:off x="4423213" y="2931529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89461EAF-0560-70DE-511A-95AE2BAF5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295676"/>
              </p:ext>
            </p:extLst>
          </p:nvPr>
        </p:nvGraphicFramePr>
        <p:xfrm>
          <a:off x="9033081" y="1481407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EDD2EDBA-9E92-E1CC-3E78-9FC623F499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499228"/>
              </p:ext>
            </p:extLst>
          </p:nvPr>
        </p:nvGraphicFramePr>
        <p:xfrm>
          <a:off x="9033081" y="1964781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29745271-4373-7387-F8D9-DE979BC9E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4690933"/>
              </p:ext>
            </p:extLst>
          </p:nvPr>
        </p:nvGraphicFramePr>
        <p:xfrm>
          <a:off x="9033081" y="2448155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FF5F292B-B835-E3F8-72C3-1B1509ADB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5184665"/>
              </p:ext>
            </p:extLst>
          </p:nvPr>
        </p:nvGraphicFramePr>
        <p:xfrm>
          <a:off x="9033081" y="2931529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C009B593-998F-BCEC-2237-9C57E32763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498831"/>
              </p:ext>
            </p:extLst>
          </p:nvPr>
        </p:nvGraphicFramePr>
        <p:xfrm>
          <a:off x="0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BD31036-33D1-6BB1-4A7A-4413D9F9A6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2666392"/>
              </p:ext>
            </p:extLst>
          </p:nvPr>
        </p:nvGraphicFramePr>
        <p:xfrm>
          <a:off x="3702577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967859-C9AE-E716-6557-135CB5330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1562457"/>
              </p:ext>
            </p:extLst>
          </p:nvPr>
        </p:nvGraphicFramePr>
        <p:xfrm>
          <a:off x="8467817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1D5177-07D0-F5D8-9D89-A2E8B21D936B}"/>
              </a:ext>
            </a:extLst>
          </p:cNvPr>
          <p:cNvSpPr/>
          <p:nvPr/>
        </p:nvSpPr>
        <p:spPr>
          <a:xfrm>
            <a:off x="5852589" y="1481407"/>
            <a:ext cx="1450624" cy="181012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BBA24313-CE1D-3D8C-662C-0C2D3E17CE51}"/>
              </a:ext>
            </a:extLst>
          </p:cNvPr>
          <p:cNvCxnSpPr/>
          <p:nvPr/>
        </p:nvCxnSpPr>
        <p:spPr>
          <a:xfrm>
            <a:off x="4760908" y="1481407"/>
            <a:ext cx="391885" cy="186771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9E50A6A3-D433-2495-7F4F-D0140BF85923}"/>
              </a:ext>
            </a:extLst>
          </p:cNvPr>
          <p:cNvCxnSpPr/>
          <p:nvPr/>
        </p:nvCxnSpPr>
        <p:spPr>
          <a:xfrm flipH="1">
            <a:off x="4760908" y="1481407"/>
            <a:ext cx="391885" cy="181012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EAF33589-4753-EB2D-E4B5-01906238EF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126207"/>
              </p:ext>
            </p:extLst>
          </p:nvPr>
        </p:nvGraphicFramePr>
        <p:xfrm>
          <a:off x="7555178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D79D0896-9769-D1C0-117C-DB138CF3FCFC}"/>
              </a:ext>
            </a:extLst>
          </p:cNvPr>
          <p:cNvCxnSpPr>
            <a:cxnSpLocks/>
          </p:cNvCxnSpPr>
          <p:nvPr/>
        </p:nvCxnSpPr>
        <p:spPr>
          <a:xfrm>
            <a:off x="8079925" y="2377118"/>
            <a:ext cx="25196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B91BC8D-43CA-D27D-095D-4008BF4A2BC5}"/>
              </a:ext>
            </a:extLst>
          </p:cNvPr>
          <p:cNvSpPr txBox="1"/>
          <p:nvPr/>
        </p:nvSpPr>
        <p:spPr>
          <a:xfrm>
            <a:off x="8233594" y="2223229"/>
            <a:ext cx="2519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dirty="0">
                <a:solidFill>
                  <a:srgbClr val="FF0000"/>
                </a:solidFill>
              </a:rPr>
              <a:t>7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394E957-50FC-B0D6-00CD-CDEE6C78830F}"/>
              </a:ext>
            </a:extLst>
          </p:cNvPr>
          <p:cNvSpPr/>
          <p:nvPr/>
        </p:nvSpPr>
        <p:spPr>
          <a:xfrm>
            <a:off x="10102457" y="1472056"/>
            <a:ext cx="1450624" cy="181012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2D9EAE-1934-EBF9-255D-D2481AF5E687}"/>
              </a:ext>
            </a:extLst>
          </p:cNvPr>
          <p:cNvSpPr txBox="1"/>
          <p:nvPr/>
        </p:nvSpPr>
        <p:spPr>
          <a:xfrm>
            <a:off x="8959509" y="815181"/>
            <a:ext cx="25935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Remove Redundant column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29C2B6DE-B2D9-3250-E6A8-D17E4843142D}"/>
              </a:ext>
            </a:extLst>
          </p:cNvPr>
          <p:cNvCxnSpPr/>
          <p:nvPr/>
        </p:nvCxnSpPr>
        <p:spPr>
          <a:xfrm flipV="1">
            <a:off x="9386596" y="1122958"/>
            <a:ext cx="0" cy="2821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169BF9AF-0BD8-94AA-301D-8B5AAB024924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8359577" y="1264038"/>
            <a:ext cx="12740" cy="9591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F0E1A37-708E-9021-FB26-60714DC71280}"/>
              </a:ext>
            </a:extLst>
          </p:cNvPr>
          <p:cNvSpPr txBox="1"/>
          <p:nvPr/>
        </p:nvSpPr>
        <p:spPr>
          <a:xfrm>
            <a:off x="7944080" y="946738"/>
            <a:ext cx="8437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average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9" name="표 48">
            <a:extLst>
              <a:ext uri="{FF2B5EF4-FFF2-40B4-BE49-F238E27FC236}">
                <a16:creationId xmlns:a16="http://schemas.microsoft.com/office/drawing/2014/main" id="{F8897092-5A31-BBB4-5AA6-3EA7FBEC76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454140"/>
              </p:ext>
            </p:extLst>
          </p:nvPr>
        </p:nvGraphicFramePr>
        <p:xfrm>
          <a:off x="3590212" y="5016594"/>
          <a:ext cx="216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7784297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370298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2465771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671180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14180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74583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7190699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DE960960-1FAB-0CF3-06A0-7316ED9A4A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493469"/>
              </p:ext>
            </p:extLst>
          </p:nvPr>
        </p:nvGraphicFramePr>
        <p:xfrm>
          <a:off x="3590212" y="5594493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314160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396737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530497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52A02C2F-8AC8-F047-1FED-DF6040248705}"/>
              </a:ext>
            </a:extLst>
          </p:cNvPr>
          <p:cNvSpPr/>
          <p:nvPr/>
        </p:nvSpPr>
        <p:spPr>
          <a:xfrm>
            <a:off x="3340359" y="4646645"/>
            <a:ext cx="2668555" cy="1670179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29265DFE-0089-D0D7-1FFA-97F67D3BA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7350418"/>
              </p:ext>
            </p:extLst>
          </p:nvPr>
        </p:nvGraphicFramePr>
        <p:xfrm>
          <a:off x="638919" y="4893562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11E0C34F-FF53-A7B8-D628-2E4E7F975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018685"/>
              </p:ext>
            </p:extLst>
          </p:nvPr>
        </p:nvGraphicFramePr>
        <p:xfrm>
          <a:off x="638919" y="4410531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D280A49C-E4F3-88DF-D32B-370F2C6C97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598115"/>
              </p:ext>
            </p:extLst>
          </p:nvPr>
        </p:nvGraphicFramePr>
        <p:xfrm>
          <a:off x="638919" y="5376593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5" name="표 54">
            <a:extLst>
              <a:ext uri="{FF2B5EF4-FFF2-40B4-BE49-F238E27FC236}">
                <a16:creationId xmlns:a16="http://schemas.microsoft.com/office/drawing/2014/main" id="{9474DC08-FDB0-2AE0-A358-85214D190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528725"/>
              </p:ext>
            </p:extLst>
          </p:nvPr>
        </p:nvGraphicFramePr>
        <p:xfrm>
          <a:off x="638919" y="5859624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6" name="표 55">
            <a:extLst>
              <a:ext uri="{FF2B5EF4-FFF2-40B4-BE49-F238E27FC236}">
                <a16:creationId xmlns:a16="http://schemas.microsoft.com/office/drawing/2014/main" id="{73B8B7C7-258A-1F4F-5ACC-E6F9964F60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8065168"/>
              </p:ext>
            </p:extLst>
          </p:nvPr>
        </p:nvGraphicFramePr>
        <p:xfrm>
          <a:off x="-1" y="4372824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58" name="TextBox 57">
            <a:extLst>
              <a:ext uri="{FF2B5EF4-FFF2-40B4-BE49-F238E27FC236}">
                <a16:creationId xmlns:a16="http://schemas.microsoft.com/office/drawing/2014/main" id="{ECC11A0A-4CFF-7AB6-D5F3-BFFFF9DF9156}"/>
              </a:ext>
            </a:extLst>
          </p:cNvPr>
          <p:cNvSpPr txBox="1"/>
          <p:nvPr/>
        </p:nvSpPr>
        <p:spPr>
          <a:xfrm>
            <a:off x="2320743" y="5070716"/>
            <a:ext cx="363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/>
              <a:t>+</a:t>
            </a:r>
            <a:endParaRPr lang="ko-KR" altLang="en-US" sz="28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AAA2250-AFD5-6ACA-8815-3369542A9A6C}"/>
              </a:ext>
            </a:extLst>
          </p:cNvPr>
          <p:cNvSpPr txBox="1"/>
          <p:nvPr/>
        </p:nvSpPr>
        <p:spPr>
          <a:xfrm>
            <a:off x="4467804" y="5584605"/>
            <a:ext cx="1326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MetaData</a:t>
            </a:r>
            <a:endParaRPr lang="ko-KR" altLang="en-US" dirty="0"/>
          </a:p>
        </p:txBody>
      </p: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3B44A251-6698-3B53-2E85-F407C6B1AE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1391044"/>
              </p:ext>
            </p:extLst>
          </p:nvPr>
        </p:nvGraphicFramePr>
        <p:xfrm>
          <a:off x="7630354" y="4769257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683BECB7-9BEA-72C4-D668-9C3BA7364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3852535"/>
              </p:ext>
            </p:extLst>
          </p:nvPr>
        </p:nvGraphicFramePr>
        <p:xfrm>
          <a:off x="7630354" y="5375042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sp>
        <p:nvSpPr>
          <p:cNvPr id="62" name="TextBox 61">
            <a:extLst>
              <a:ext uri="{FF2B5EF4-FFF2-40B4-BE49-F238E27FC236}">
                <a16:creationId xmlns:a16="http://schemas.microsoft.com/office/drawing/2014/main" id="{36BA7F87-2122-2E4D-BC6C-020C40507F66}"/>
              </a:ext>
            </a:extLst>
          </p:cNvPr>
          <p:cNvSpPr txBox="1"/>
          <p:nvPr/>
        </p:nvSpPr>
        <p:spPr>
          <a:xfrm>
            <a:off x="10616150" y="4778974"/>
            <a:ext cx="583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보존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58E2AF-CD43-AFAA-3D79-EF2495FAFF12}"/>
              </a:ext>
            </a:extLst>
          </p:cNvPr>
          <p:cNvSpPr txBox="1"/>
          <p:nvPr/>
        </p:nvSpPr>
        <p:spPr>
          <a:xfrm>
            <a:off x="10616150" y="5403047"/>
            <a:ext cx="13037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평균으로 대체</a:t>
            </a: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992635A7-543D-18B9-2B44-06549966E917}"/>
              </a:ext>
            </a:extLst>
          </p:cNvPr>
          <p:cNvCxnSpPr>
            <a:endCxn id="62" idx="1"/>
          </p:cNvCxnSpPr>
          <p:nvPr/>
        </p:nvCxnSpPr>
        <p:spPr>
          <a:xfrm>
            <a:off x="10180166" y="4926513"/>
            <a:ext cx="435984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159512E-8B2E-024B-6C20-02A0C0CB0471}"/>
              </a:ext>
            </a:extLst>
          </p:cNvPr>
          <p:cNvCxnSpPr>
            <a:endCxn id="63" idx="1"/>
          </p:cNvCxnSpPr>
          <p:nvPr/>
        </p:nvCxnSpPr>
        <p:spPr>
          <a:xfrm>
            <a:off x="10180166" y="5555042"/>
            <a:ext cx="435984" cy="1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EFF682A-841F-02E6-2BA0-B5D343CD7C09}"/>
              </a:ext>
            </a:extLst>
          </p:cNvPr>
          <p:cNvSpPr txBox="1"/>
          <p:nvPr/>
        </p:nvSpPr>
        <p:spPr>
          <a:xfrm>
            <a:off x="4423213" y="4704234"/>
            <a:ext cx="6059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6bits</a:t>
            </a:r>
            <a:endParaRPr lang="ko-KR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B632DA8-71D8-8410-D770-F03DA452C65E}"/>
              </a:ext>
            </a:extLst>
          </p:cNvPr>
          <p:cNvSpPr txBox="1"/>
          <p:nvPr/>
        </p:nvSpPr>
        <p:spPr>
          <a:xfrm>
            <a:off x="3669953" y="6000467"/>
            <a:ext cx="625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2bits</a:t>
            </a:r>
            <a:endParaRPr lang="ko-KR" altLang="en-US" dirty="0"/>
          </a:p>
        </p:txBody>
      </p:sp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0B48C798-48E4-A9D9-A2CE-4FF45B667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173422"/>
              </p:ext>
            </p:extLst>
          </p:nvPr>
        </p:nvGraphicFramePr>
        <p:xfrm>
          <a:off x="442938" y="3414560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D21F3213-3743-32C5-CD53-E0F16CD2EE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925055"/>
              </p:ext>
            </p:extLst>
          </p:nvPr>
        </p:nvGraphicFramePr>
        <p:xfrm>
          <a:off x="4150019" y="3426379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32153C0D-B4A1-FA96-9B02-5A249339BE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136643"/>
              </p:ext>
            </p:extLst>
          </p:nvPr>
        </p:nvGraphicFramePr>
        <p:xfrm>
          <a:off x="8787813" y="3443803"/>
          <a:ext cx="3024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00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0A914355-E156-B80E-9836-8B5691DC55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392955"/>
              </p:ext>
            </p:extLst>
          </p:nvPr>
        </p:nvGraphicFramePr>
        <p:xfrm>
          <a:off x="501008" y="6316824"/>
          <a:ext cx="1512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0874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CE96C-E28B-5330-5D8D-CD5593D0B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3EF315-6711-B8B8-E643-065A7FF4F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2.</a:t>
            </a:r>
            <a:r>
              <a:rPr lang="ko-KR" altLang="en-US" dirty="0">
                <a:solidFill>
                  <a:srgbClr val="2F5597"/>
                </a:solidFill>
              </a:rPr>
              <a:t> </a:t>
            </a:r>
            <a:r>
              <a:rPr lang="en-US" altLang="ko-KR" dirty="0">
                <a:solidFill>
                  <a:srgbClr val="2F5597"/>
                </a:solidFill>
              </a:rPr>
              <a:t>ZS</a:t>
            </a:r>
            <a:r>
              <a:rPr lang="ko-KR" altLang="en-US" dirty="0">
                <a:solidFill>
                  <a:srgbClr val="2F5597"/>
                </a:solidFill>
              </a:rPr>
              <a:t> 알고리즘 도식화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800139F-8CF1-D888-A9A3-266D392CC9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0638438"/>
              </p:ext>
            </p:extLst>
          </p:nvPr>
        </p:nvGraphicFramePr>
        <p:xfrm>
          <a:off x="638919" y="1964781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6C0566-57A8-879C-ECD0-D9E792FCC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4308972"/>
              </p:ext>
            </p:extLst>
          </p:nvPr>
        </p:nvGraphicFramePr>
        <p:xfrm>
          <a:off x="638919" y="1481407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E1060672-7C4D-101F-C72E-AD8B4FDDED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1622924"/>
              </p:ext>
            </p:extLst>
          </p:nvPr>
        </p:nvGraphicFramePr>
        <p:xfrm>
          <a:off x="638919" y="2448155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894996B-1955-AA1C-43A6-EFE96D2BAA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4074151"/>
              </p:ext>
            </p:extLst>
          </p:nvPr>
        </p:nvGraphicFramePr>
        <p:xfrm>
          <a:off x="638919" y="2931529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326DE86A-DF34-5AB5-0C6E-FB2E11A666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832477"/>
              </p:ext>
            </p:extLst>
          </p:nvPr>
        </p:nvGraphicFramePr>
        <p:xfrm>
          <a:off x="4779906" y="1934628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C55959D-15A8-878D-7DD4-AA19E67E2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228745"/>
              </p:ext>
            </p:extLst>
          </p:nvPr>
        </p:nvGraphicFramePr>
        <p:xfrm>
          <a:off x="4779906" y="1451254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28341762-42B1-DA8D-34C4-96E48589B4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87787"/>
              </p:ext>
            </p:extLst>
          </p:nvPr>
        </p:nvGraphicFramePr>
        <p:xfrm>
          <a:off x="4779906" y="2418002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54B7138-C35A-BED5-BDDC-F9260C286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616661"/>
              </p:ext>
            </p:extLst>
          </p:nvPr>
        </p:nvGraphicFramePr>
        <p:xfrm>
          <a:off x="4779906" y="2901376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CE2D824-54EB-FDE8-4F2C-8A93B8BC6B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8286637"/>
              </p:ext>
            </p:extLst>
          </p:nvPr>
        </p:nvGraphicFramePr>
        <p:xfrm>
          <a:off x="0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EE22165-1381-E7F6-D1FB-FA74ADD08A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97120"/>
              </p:ext>
            </p:extLst>
          </p:nvPr>
        </p:nvGraphicFramePr>
        <p:xfrm>
          <a:off x="4132635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-34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49" name="표 48">
            <a:extLst>
              <a:ext uri="{FF2B5EF4-FFF2-40B4-BE49-F238E27FC236}">
                <a16:creationId xmlns:a16="http://schemas.microsoft.com/office/drawing/2014/main" id="{232E044F-F2AC-89BC-6E6D-DEAFC545F7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440339"/>
              </p:ext>
            </p:extLst>
          </p:nvPr>
        </p:nvGraphicFramePr>
        <p:xfrm>
          <a:off x="3590212" y="5016594"/>
          <a:ext cx="216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7784297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370298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2465771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671180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14180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74583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7190699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8F915314-7840-C223-AE39-C5A8838F72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977282"/>
              </p:ext>
            </p:extLst>
          </p:nvPr>
        </p:nvGraphicFramePr>
        <p:xfrm>
          <a:off x="3590212" y="5594493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314160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396737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530497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D3F3B3BC-3D81-D214-FB77-CFB8A1C83DCC}"/>
              </a:ext>
            </a:extLst>
          </p:cNvPr>
          <p:cNvSpPr/>
          <p:nvPr/>
        </p:nvSpPr>
        <p:spPr>
          <a:xfrm>
            <a:off x="3340359" y="4646645"/>
            <a:ext cx="2668555" cy="1670179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1B545751-D096-95D5-7EE3-9855F2651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2815253"/>
              </p:ext>
            </p:extLst>
          </p:nvPr>
        </p:nvGraphicFramePr>
        <p:xfrm>
          <a:off x="638919" y="4893562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89939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44ACD3D0-2149-1555-85AA-B580BD6846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618681"/>
              </p:ext>
            </p:extLst>
          </p:nvPr>
        </p:nvGraphicFramePr>
        <p:xfrm>
          <a:off x="638919" y="4410531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573695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6C758D16-C8C9-EAAF-34D7-AD083C1439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7652027"/>
              </p:ext>
            </p:extLst>
          </p:nvPr>
        </p:nvGraphicFramePr>
        <p:xfrm>
          <a:off x="638919" y="5376593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36458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5" name="표 54">
            <a:extLst>
              <a:ext uri="{FF2B5EF4-FFF2-40B4-BE49-F238E27FC236}">
                <a16:creationId xmlns:a16="http://schemas.microsoft.com/office/drawing/2014/main" id="{F648B611-AB20-DFE5-B7DC-2C55CBDE8A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698711"/>
              </p:ext>
            </p:extLst>
          </p:nvPr>
        </p:nvGraphicFramePr>
        <p:xfrm>
          <a:off x="638919" y="5859624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740571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6" name="표 55">
            <a:extLst>
              <a:ext uri="{FF2B5EF4-FFF2-40B4-BE49-F238E27FC236}">
                <a16:creationId xmlns:a16="http://schemas.microsoft.com/office/drawing/2014/main" id="{E3DD2E6A-7EC7-7652-266B-A96E0D8767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284498"/>
              </p:ext>
            </p:extLst>
          </p:nvPr>
        </p:nvGraphicFramePr>
        <p:xfrm>
          <a:off x="-1" y="4372824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58" name="TextBox 57">
            <a:extLst>
              <a:ext uri="{FF2B5EF4-FFF2-40B4-BE49-F238E27FC236}">
                <a16:creationId xmlns:a16="http://schemas.microsoft.com/office/drawing/2014/main" id="{898D1817-4A48-3357-8A77-C6C9365E4C31}"/>
              </a:ext>
            </a:extLst>
          </p:cNvPr>
          <p:cNvSpPr txBox="1"/>
          <p:nvPr/>
        </p:nvSpPr>
        <p:spPr>
          <a:xfrm>
            <a:off x="2320743" y="5070716"/>
            <a:ext cx="363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/>
              <a:t>+</a:t>
            </a:r>
            <a:endParaRPr lang="ko-KR" altLang="en-US" sz="28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395B22E-3185-8F9D-FBCE-F22366CEAF2E}"/>
              </a:ext>
            </a:extLst>
          </p:cNvPr>
          <p:cNvSpPr txBox="1"/>
          <p:nvPr/>
        </p:nvSpPr>
        <p:spPr>
          <a:xfrm>
            <a:off x="4467804" y="5584605"/>
            <a:ext cx="1326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MetaData</a:t>
            </a:r>
            <a:endParaRPr lang="ko-KR" altLang="en-US" dirty="0"/>
          </a:p>
        </p:txBody>
      </p: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F37CFB3E-F33F-16E2-1474-C60FBEC0A2B1}"/>
              </a:ext>
            </a:extLst>
          </p:cNvPr>
          <p:cNvGraphicFramePr>
            <a:graphicFrameLocks noGrp="1"/>
          </p:cNvGraphicFramePr>
          <p:nvPr/>
        </p:nvGraphicFramePr>
        <p:xfrm>
          <a:off x="7630354" y="4769257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CBA56151-C59D-FD70-C666-AA31E6C1AD6F}"/>
              </a:ext>
            </a:extLst>
          </p:cNvPr>
          <p:cNvGraphicFramePr>
            <a:graphicFrameLocks noGrp="1"/>
          </p:cNvGraphicFramePr>
          <p:nvPr/>
        </p:nvGraphicFramePr>
        <p:xfrm>
          <a:off x="7630354" y="5375042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sp>
        <p:nvSpPr>
          <p:cNvPr id="62" name="TextBox 61">
            <a:extLst>
              <a:ext uri="{FF2B5EF4-FFF2-40B4-BE49-F238E27FC236}">
                <a16:creationId xmlns:a16="http://schemas.microsoft.com/office/drawing/2014/main" id="{4C15F954-9655-2F8D-C2D2-226299335147}"/>
              </a:ext>
            </a:extLst>
          </p:cNvPr>
          <p:cNvSpPr txBox="1"/>
          <p:nvPr/>
        </p:nvSpPr>
        <p:spPr>
          <a:xfrm>
            <a:off x="10616150" y="4778974"/>
            <a:ext cx="583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보존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307E9EA-854D-5043-A424-6AABDCF071B2}"/>
              </a:ext>
            </a:extLst>
          </p:cNvPr>
          <p:cNvSpPr txBox="1"/>
          <p:nvPr/>
        </p:nvSpPr>
        <p:spPr>
          <a:xfrm>
            <a:off x="10616150" y="5403047"/>
            <a:ext cx="13037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모두 </a:t>
            </a:r>
            <a:r>
              <a:rPr lang="en-US" altLang="ko-KR" dirty="0"/>
              <a:t>0</a:t>
            </a:r>
            <a:r>
              <a:rPr lang="ko-KR" altLang="en-US" dirty="0"/>
              <a:t>으로</a:t>
            </a: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B990F3CC-2FEC-1DC8-4570-92B875E96A2F}"/>
              </a:ext>
            </a:extLst>
          </p:cNvPr>
          <p:cNvCxnSpPr>
            <a:endCxn id="62" idx="1"/>
          </p:cNvCxnSpPr>
          <p:nvPr/>
        </p:nvCxnSpPr>
        <p:spPr>
          <a:xfrm>
            <a:off x="10180166" y="4926513"/>
            <a:ext cx="435984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92693EA7-5B04-3B54-F236-05FCED1FEFD6}"/>
              </a:ext>
            </a:extLst>
          </p:cNvPr>
          <p:cNvCxnSpPr>
            <a:endCxn id="63" idx="1"/>
          </p:cNvCxnSpPr>
          <p:nvPr/>
        </p:nvCxnSpPr>
        <p:spPr>
          <a:xfrm>
            <a:off x="10180166" y="5555042"/>
            <a:ext cx="435984" cy="1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B2CB12F-71A5-15AE-DD86-E509E358A8BA}"/>
              </a:ext>
            </a:extLst>
          </p:cNvPr>
          <p:cNvSpPr txBox="1"/>
          <p:nvPr/>
        </p:nvSpPr>
        <p:spPr>
          <a:xfrm>
            <a:off x="4423213" y="4704234"/>
            <a:ext cx="6059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6bits</a:t>
            </a:r>
            <a:endParaRPr lang="ko-KR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39742D1-BED4-93AB-CF06-4789902A9D64}"/>
              </a:ext>
            </a:extLst>
          </p:cNvPr>
          <p:cNvSpPr txBox="1"/>
          <p:nvPr/>
        </p:nvSpPr>
        <p:spPr>
          <a:xfrm>
            <a:off x="3669953" y="6000467"/>
            <a:ext cx="625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2bits</a:t>
            </a:r>
            <a:endParaRPr lang="ko-KR" altLang="en-US" dirty="0"/>
          </a:p>
        </p:txBody>
      </p:sp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EAD4C720-AA83-9DA0-D3D4-1F223DE7F060}"/>
              </a:ext>
            </a:extLst>
          </p:cNvPr>
          <p:cNvGraphicFramePr>
            <a:graphicFrameLocks noGrp="1"/>
          </p:cNvGraphicFramePr>
          <p:nvPr/>
        </p:nvGraphicFramePr>
        <p:xfrm>
          <a:off x="442938" y="3414560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BB7C4D21-DF64-ED70-52D7-8E8D440E5D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881295"/>
              </p:ext>
            </p:extLst>
          </p:nvPr>
        </p:nvGraphicFramePr>
        <p:xfrm>
          <a:off x="4506712" y="3396226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6384C348-D15E-DEA8-4CA6-DA01A7F97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3823123"/>
              </p:ext>
            </p:extLst>
          </p:nvPr>
        </p:nvGraphicFramePr>
        <p:xfrm>
          <a:off x="386230" y="6316824"/>
          <a:ext cx="2016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2402638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EC2CACA-8313-90C3-3996-4D1BEAB448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2149014"/>
              </p:ext>
            </p:extLst>
          </p:nvPr>
        </p:nvGraphicFramePr>
        <p:xfrm>
          <a:off x="8673081" y="1954684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E72F598-2055-F772-E317-C5272BA32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640111"/>
              </p:ext>
            </p:extLst>
          </p:nvPr>
        </p:nvGraphicFramePr>
        <p:xfrm>
          <a:off x="8673081" y="1471310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2A4D03E-4136-09EB-1133-FBB93D6E2D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078548"/>
              </p:ext>
            </p:extLst>
          </p:nvPr>
        </p:nvGraphicFramePr>
        <p:xfrm>
          <a:off x="8673081" y="2438058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469121B-14BE-B846-9E02-5E5345931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4348719"/>
              </p:ext>
            </p:extLst>
          </p:nvPr>
        </p:nvGraphicFramePr>
        <p:xfrm>
          <a:off x="8673081" y="2921432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DB8F64F-C72B-356F-2242-DA9DEAFF3A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2941669"/>
              </p:ext>
            </p:extLst>
          </p:nvPr>
        </p:nvGraphicFramePr>
        <p:xfrm>
          <a:off x="8034162" y="1395021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-32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A527B3A-87F4-0F6F-4815-B9FFACBC1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745931"/>
              </p:ext>
            </p:extLst>
          </p:nvPr>
        </p:nvGraphicFramePr>
        <p:xfrm>
          <a:off x="8477100" y="3404463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2B8D2E20-7FE3-9E5B-10AD-3FF3C8A33D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53031"/>
              </p:ext>
            </p:extLst>
          </p:nvPr>
        </p:nvGraphicFramePr>
        <p:xfrm>
          <a:off x="3586406" y="1405118"/>
          <a:ext cx="61353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353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D8AFC0A4-6F51-4E3B-26DC-D7D5C8C71DCB}"/>
              </a:ext>
            </a:extLst>
          </p:cNvPr>
          <p:cNvSpPr/>
          <p:nvPr/>
        </p:nvSpPr>
        <p:spPr>
          <a:xfrm>
            <a:off x="10105053" y="1451254"/>
            <a:ext cx="1448028" cy="1840275"/>
          </a:xfrm>
          <a:prstGeom prst="rect">
            <a:avLst/>
          </a:prstGeom>
          <a:noFill/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8C09A-73E1-1C16-24FE-82A477689F3C}"/>
              </a:ext>
            </a:extLst>
          </p:cNvPr>
          <p:cNvSpPr txBox="1"/>
          <p:nvPr/>
        </p:nvSpPr>
        <p:spPr>
          <a:xfrm>
            <a:off x="10339287" y="1047599"/>
            <a:ext cx="155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Zero</a:t>
            </a:r>
            <a:r>
              <a:rPr lang="ko-KR" altLang="en-US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Skipping</a:t>
            </a:r>
            <a:endParaRPr lang="ko-KR" altLang="en-US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74AE0E-AA86-0EBD-3475-7159A71A0CBD}"/>
              </a:ext>
            </a:extLst>
          </p:cNvPr>
          <p:cNvSpPr txBox="1"/>
          <p:nvPr/>
        </p:nvSpPr>
        <p:spPr>
          <a:xfrm>
            <a:off x="3202782" y="894267"/>
            <a:ext cx="155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최적의 상수 더함</a:t>
            </a:r>
          </a:p>
        </p:txBody>
      </p:sp>
    </p:spTree>
    <p:extLst>
      <p:ext uri="{BB962C8B-B14F-4D97-AF65-F5344CB8AC3E}">
        <p14:creationId xmlns:p14="http://schemas.microsoft.com/office/powerpoint/2010/main" val="732373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7660C-B8E4-8B09-6BA0-CF099D792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B8F2F5-C363-D9A1-112C-46A08732B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3. SBR </a:t>
            </a:r>
            <a:r>
              <a:rPr lang="ko-KR" altLang="en-US" dirty="0">
                <a:solidFill>
                  <a:srgbClr val="2F5597"/>
                </a:solidFill>
              </a:rPr>
              <a:t>도식화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A9CB0C5-9F56-34D0-70DB-AE3C207C383C}"/>
                  </a:ext>
                </a:extLst>
              </p:cNvPr>
              <p:cNvSpPr txBox="1"/>
              <p:nvPr/>
            </p:nvSpPr>
            <p:spPr>
              <a:xfrm>
                <a:off x="158620" y="3090446"/>
                <a:ext cx="2127380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altLang="ko-KR" sz="4400"/>
                            <m:t>111101</m:t>
                          </m:r>
                        </m:e>
                        <m:sub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A9CB0C5-9F56-34D0-70DB-AE3C207C38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620" y="3090446"/>
                <a:ext cx="2127380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89AE1832-0A27-11A3-AF2F-2CA342B96531}"/>
              </a:ext>
            </a:extLst>
          </p:cNvPr>
          <p:cNvCxnSpPr/>
          <p:nvPr/>
        </p:nvCxnSpPr>
        <p:spPr>
          <a:xfrm flipV="1">
            <a:off x="2556588" y="2155371"/>
            <a:ext cx="606490" cy="11756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72F5E434-7B8D-10A6-6F4A-626D5C8E3E51}"/>
              </a:ext>
            </a:extLst>
          </p:cNvPr>
          <p:cNvCxnSpPr/>
          <p:nvPr/>
        </p:nvCxnSpPr>
        <p:spPr>
          <a:xfrm>
            <a:off x="2556588" y="3312367"/>
            <a:ext cx="531845" cy="13995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D5C5E0A-D34E-9A63-696D-E1906F89C8D6}"/>
                  </a:ext>
                </a:extLst>
              </p:cNvPr>
              <p:cNvSpPr txBox="1"/>
              <p:nvPr/>
            </p:nvSpPr>
            <p:spPr>
              <a:xfrm>
                <a:off x="3110846" y="1478263"/>
                <a:ext cx="933062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1111</m:t>
                          </m:r>
                        </m:e>
                        <m:sub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4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D5C5E0A-D34E-9A63-696D-E1906F89C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0846" y="1478263"/>
                <a:ext cx="933062" cy="677108"/>
              </a:xfrm>
              <a:prstGeom prst="rect">
                <a:avLst/>
              </a:prstGeom>
              <a:blipFill>
                <a:blip r:embed="rId4"/>
                <a:stretch>
                  <a:fillRect r="-5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92C6DA-5170-EF89-19EA-129C4204EEC8}"/>
                  </a:ext>
                </a:extLst>
              </p:cNvPr>
              <p:cNvSpPr txBox="1"/>
              <p:nvPr/>
            </p:nvSpPr>
            <p:spPr>
              <a:xfrm>
                <a:off x="3110846" y="4671219"/>
                <a:ext cx="166968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0101</m:t>
                          </m:r>
                        </m:e>
                        <m:sub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4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92C6DA-5170-EF89-19EA-129C4204EE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0846" y="4671219"/>
                <a:ext cx="1669688" cy="6771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5DB9234F-F3FE-09E9-644F-5E4A2D58055B}"/>
              </a:ext>
            </a:extLst>
          </p:cNvPr>
          <p:cNvCxnSpPr/>
          <p:nvPr/>
        </p:nvCxnSpPr>
        <p:spPr>
          <a:xfrm>
            <a:off x="4581331" y="1816817"/>
            <a:ext cx="10543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74EECB0A-CDA5-27ED-DA9A-9626B0E61591}"/>
              </a:ext>
            </a:extLst>
          </p:cNvPr>
          <p:cNvCxnSpPr>
            <a:cxnSpLocks/>
          </p:cNvCxnSpPr>
          <p:nvPr/>
        </p:nvCxnSpPr>
        <p:spPr>
          <a:xfrm>
            <a:off x="4581331" y="4999677"/>
            <a:ext cx="10137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58A7755-64DF-A3A2-4675-635DE19B5398}"/>
                  </a:ext>
                </a:extLst>
              </p:cNvPr>
              <p:cNvSpPr txBox="1"/>
              <p:nvPr/>
            </p:nvSpPr>
            <p:spPr>
              <a:xfrm>
                <a:off x="5635690" y="1509673"/>
                <a:ext cx="166968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0000</m:t>
                          </m:r>
                        </m:e>
                        <m:sub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4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58A7755-64DF-A3A2-4675-635DE19B5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5690" y="1509673"/>
                <a:ext cx="1669688" cy="67710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A4DA8C0-A4FA-3C98-2205-693FE0A1ADFD}"/>
                  </a:ext>
                </a:extLst>
              </p:cNvPr>
              <p:cNvSpPr txBox="1"/>
              <p:nvPr/>
            </p:nvSpPr>
            <p:spPr>
              <a:xfrm>
                <a:off x="5639577" y="4671219"/>
                <a:ext cx="166968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1101</m:t>
                          </m:r>
                        </m:e>
                        <m:sub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4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A4DA8C0-A4FA-3C98-2205-693FE0A1A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9577" y="4671219"/>
                <a:ext cx="1669688" cy="67710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18D3D12-3BBE-BE2A-B12B-1AE06009AF9B}"/>
              </a:ext>
            </a:extLst>
          </p:cNvPr>
          <p:cNvCxnSpPr>
            <a:stCxn id="22" idx="3"/>
          </p:cNvCxnSpPr>
          <p:nvPr/>
        </p:nvCxnSpPr>
        <p:spPr>
          <a:xfrm>
            <a:off x="7305378" y="1848227"/>
            <a:ext cx="15493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D7AC2AC2-8230-BDC2-1648-AEFF33A423E2}"/>
              </a:ext>
            </a:extLst>
          </p:cNvPr>
          <p:cNvCxnSpPr>
            <a:cxnSpLocks/>
          </p:cNvCxnSpPr>
          <p:nvPr/>
        </p:nvCxnSpPr>
        <p:spPr>
          <a:xfrm>
            <a:off x="7262178" y="4999677"/>
            <a:ext cx="15925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FDA118E8-2EE3-750D-CEA2-E482C444E47E}"/>
              </a:ext>
            </a:extLst>
          </p:cNvPr>
          <p:cNvSpPr/>
          <p:nvPr/>
        </p:nvSpPr>
        <p:spPr>
          <a:xfrm>
            <a:off x="8854751" y="1464906"/>
            <a:ext cx="1408922" cy="677107"/>
          </a:xfrm>
          <a:prstGeom prst="roundRect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MAC Units</a:t>
            </a:r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EDFE1C4-9299-E338-0792-1A1DD89519EF}"/>
              </a:ext>
            </a:extLst>
          </p:cNvPr>
          <p:cNvSpPr/>
          <p:nvPr/>
        </p:nvSpPr>
        <p:spPr>
          <a:xfrm>
            <a:off x="8854751" y="4711959"/>
            <a:ext cx="1408922" cy="677107"/>
          </a:xfrm>
          <a:prstGeom prst="roundRect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MAC Units</a:t>
            </a:r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E617F61-15FD-825E-9E47-803690E2F54E}"/>
              </a:ext>
            </a:extLst>
          </p:cNvPr>
          <p:cNvSpPr txBox="1"/>
          <p:nvPr/>
        </p:nvSpPr>
        <p:spPr>
          <a:xfrm>
            <a:off x="3110846" y="1309529"/>
            <a:ext cx="1339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MSB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8A437B-7098-4018-2F62-0C6646DCDB1E}"/>
              </a:ext>
            </a:extLst>
          </p:cNvPr>
          <p:cNvSpPr txBox="1"/>
          <p:nvPr/>
        </p:nvSpPr>
        <p:spPr>
          <a:xfrm>
            <a:off x="3110846" y="4407159"/>
            <a:ext cx="1339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LSB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78F5A0-DAD5-DCF9-232A-2F8CE8FA3DE3}"/>
              </a:ext>
            </a:extLst>
          </p:cNvPr>
          <p:cNvSpPr txBox="1"/>
          <p:nvPr/>
        </p:nvSpPr>
        <p:spPr>
          <a:xfrm>
            <a:off x="5800606" y="1309528"/>
            <a:ext cx="1339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MSB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F37B4A-F513-7E95-2F4A-796230077649}"/>
              </a:ext>
            </a:extLst>
          </p:cNvPr>
          <p:cNvSpPr txBox="1"/>
          <p:nvPr/>
        </p:nvSpPr>
        <p:spPr>
          <a:xfrm>
            <a:off x="5800606" y="4407159"/>
            <a:ext cx="1339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LSB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CF41D80-E1C9-5B4E-BFA8-2906C1356789}"/>
              </a:ext>
            </a:extLst>
          </p:cNvPr>
          <p:cNvCxnSpPr/>
          <p:nvPr/>
        </p:nvCxnSpPr>
        <p:spPr>
          <a:xfrm flipV="1">
            <a:off x="4450702" y="2286000"/>
            <a:ext cx="0" cy="242595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844FB12-864E-39B4-BAD2-458501F406A8}"/>
              </a:ext>
            </a:extLst>
          </p:cNvPr>
          <p:cNvSpPr txBox="1"/>
          <p:nvPr/>
        </p:nvSpPr>
        <p:spPr>
          <a:xfrm>
            <a:off x="4581331" y="3126762"/>
            <a:ext cx="905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Borrow 1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9144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65A71-1663-7B3B-0903-3126A1A48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997893-BDE2-C238-E03C-EED3411F6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3. SBR </a:t>
            </a:r>
            <a:r>
              <a:rPr lang="ko-KR" altLang="en-US" dirty="0">
                <a:solidFill>
                  <a:srgbClr val="2F5597"/>
                </a:solidFill>
              </a:rPr>
              <a:t>도식화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B25849A-2E13-9294-9EC4-3D6B32B3D7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7493341"/>
              </p:ext>
            </p:extLst>
          </p:nvPr>
        </p:nvGraphicFramePr>
        <p:xfrm>
          <a:off x="128555" y="3069000"/>
          <a:ext cx="378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94467573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39955783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08271206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72637310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564503482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1463650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574267454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720105"/>
                  </a:ext>
                </a:extLst>
              </a:tr>
            </a:tbl>
          </a:graphicData>
        </a:graphic>
      </p:graphicFrame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B6CC8BE9-9999-47E0-56DD-BF568227C39B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3908555" y="2080727"/>
            <a:ext cx="812735" cy="1240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EF92BA4-3D1A-5806-AE77-F13832366877}"/>
              </a:ext>
            </a:extLst>
          </p:cNvPr>
          <p:cNvCxnSpPr/>
          <p:nvPr/>
        </p:nvCxnSpPr>
        <p:spPr>
          <a:xfrm>
            <a:off x="3908555" y="3340359"/>
            <a:ext cx="812735" cy="14182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20E28AF-F143-A029-6F02-2C67CF4AC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832634"/>
              </p:ext>
            </p:extLst>
          </p:nvPr>
        </p:nvGraphicFramePr>
        <p:xfrm>
          <a:off x="4721290" y="1810727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831102F-ED71-E935-A0A4-762F12888D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9467704"/>
              </p:ext>
            </p:extLst>
          </p:nvPr>
        </p:nvGraphicFramePr>
        <p:xfrm>
          <a:off x="4721290" y="4488612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B90FF8D-78A0-87AF-4448-A859DEA9FF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7693448"/>
              </p:ext>
            </p:extLst>
          </p:nvPr>
        </p:nvGraphicFramePr>
        <p:xfrm>
          <a:off x="7336971" y="2529000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78D6AEA-2312-7B31-DF67-F773860A7B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9709991"/>
              </p:ext>
            </p:extLst>
          </p:nvPr>
        </p:nvGraphicFramePr>
        <p:xfrm>
          <a:off x="7336971" y="5256833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1403041-D3B3-8271-9D40-BDF37CDE4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528329"/>
              </p:ext>
            </p:extLst>
          </p:nvPr>
        </p:nvGraphicFramePr>
        <p:xfrm>
          <a:off x="7336971" y="1810727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683F565A-DE0A-72B0-4F72-74CE7905EE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64204"/>
              </p:ext>
            </p:extLst>
          </p:nvPr>
        </p:nvGraphicFramePr>
        <p:xfrm>
          <a:off x="7336971" y="4488612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C85EB64B-A90D-7CB7-CB36-36C22EF28024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>
            <a:off x="6881290" y="2080727"/>
            <a:ext cx="4556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A33F3A7B-97BD-7E00-27A0-A014D2C95BF7}"/>
              </a:ext>
            </a:extLst>
          </p:cNvPr>
          <p:cNvCxnSpPr>
            <a:endCxn id="20" idx="1"/>
          </p:cNvCxnSpPr>
          <p:nvPr/>
        </p:nvCxnSpPr>
        <p:spPr>
          <a:xfrm>
            <a:off x="6881290" y="4758612"/>
            <a:ext cx="4556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C20F477E-8361-C6CD-BDA9-BC1D3A4C76BF}"/>
              </a:ext>
            </a:extLst>
          </p:cNvPr>
          <p:cNvCxnSpPr/>
          <p:nvPr/>
        </p:nvCxnSpPr>
        <p:spPr>
          <a:xfrm>
            <a:off x="9496971" y="2080727"/>
            <a:ext cx="5054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CE103E1-4546-E1BE-0604-8F0884E51CED}"/>
              </a:ext>
            </a:extLst>
          </p:cNvPr>
          <p:cNvCxnSpPr/>
          <p:nvPr/>
        </p:nvCxnSpPr>
        <p:spPr>
          <a:xfrm>
            <a:off x="9496971" y="4758612"/>
            <a:ext cx="4961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E0E3A98E-5EB3-F6A8-B8AA-57E083C920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1162085"/>
              </p:ext>
            </p:extLst>
          </p:nvPr>
        </p:nvGraphicFramePr>
        <p:xfrm>
          <a:off x="9993086" y="1810727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5CA4B68D-E035-E370-6314-0CD254D03A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972988"/>
              </p:ext>
            </p:extLst>
          </p:nvPr>
        </p:nvGraphicFramePr>
        <p:xfrm>
          <a:off x="9993086" y="4488612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6524431A-E966-E9CD-6C7F-CB55A5A1AB1B}"/>
              </a:ext>
            </a:extLst>
          </p:cNvPr>
          <p:cNvSpPr txBox="1"/>
          <p:nvPr/>
        </p:nvSpPr>
        <p:spPr>
          <a:xfrm>
            <a:off x="5292770" y="1422458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</a:t>
            </a:r>
            <a:endParaRPr lang="ko-KR" alt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A08964-7FFF-EA7D-BA51-E2C3A8ACE574}"/>
              </a:ext>
            </a:extLst>
          </p:cNvPr>
          <p:cNvSpPr txBox="1"/>
          <p:nvPr/>
        </p:nvSpPr>
        <p:spPr>
          <a:xfrm>
            <a:off x="5292771" y="4049485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LSB</a:t>
            </a:r>
            <a:endParaRPr lang="ko-KR" alt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F169F7-ECE9-6AB3-A613-51DF0812F396}"/>
              </a:ext>
            </a:extLst>
          </p:cNvPr>
          <p:cNvSpPr txBox="1"/>
          <p:nvPr/>
        </p:nvSpPr>
        <p:spPr>
          <a:xfrm>
            <a:off x="7908452" y="1422458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C81804-3F8F-C488-9115-BC490FFF23D8}"/>
              </a:ext>
            </a:extLst>
          </p:cNvPr>
          <p:cNvSpPr txBox="1"/>
          <p:nvPr/>
        </p:nvSpPr>
        <p:spPr>
          <a:xfrm>
            <a:off x="10564567" y="1422458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4134269-0D62-F317-3536-37888AAB7702}"/>
              </a:ext>
            </a:extLst>
          </p:cNvPr>
          <p:cNvSpPr txBox="1"/>
          <p:nvPr/>
        </p:nvSpPr>
        <p:spPr>
          <a:xfrm>
            <a:off x="7908451" y="4049484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LSB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C835F5-A700-5490-999E-EB608DA78B7B}"/>
              </a:ext>
            </a:extLst>
          </p:cNvPr>
          <p:cNvSpPr txBox="1"/>
          <p:nvPr/>
        </p:nvSpPr>
        <p:spPr>
          <a:xfrm>
            <a:off x="10564567" y="4049483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LSB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A08E36-2505-9BB0-2102-D936530B4684}"/>
              </a:ext>
            </a:extLst>
          </p:cNvPr>
          <p:cNvSpPr txBox="1"/>
          <p:nvPr/>
        </p:nvSpPr>
        <p:spPr>
          <a:xfrm>
            <a:off x="6881290" y="2546291"/>
            <a:ext cx="4556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rgbClr val="FF0000"/>
                </a:solidFill>
              </a:rPr>
              <a:t>+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1266E9-DF32-2187-6C18-EBDF4DEB6082}"/>
              </a:ext>
            </a:extLst>
          </p:cNvPr>
          <p:cNvSpPr txBox="1"/>
          <p:nvPr/>
        </p:nvSpPr>
        <p:spPr>
          <a:xfrm>
            <a:off x="6881289" y="5256833"/>
            <a:ext cx="4556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rgbClr val="FF0000"/>
                </a:solidFill>
              </a:rPr>
              <a:t>+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C46FBC-A1D9-5D37-9D90-DAE4BD958A97}"/>
              </a:ext>
            </a:extLst>
          </p:cNvPr>
          <p:cNvSpPr txBox="1"/>
          <p:nvPr/>
        </p:nvSpPr>
        <p:spPr>
          <a:xfrm>
            <a:off x="7744408" y="3209681"/>
            <a:ext cx="14928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Borrow 1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0121801-C1C5-159B-AB2C-5116F042DBB5}"/>
              </a:ext>
            </a:extLst>
          </p:cNvPr>
          <p:cNvCxnSpPr>
            <a:stCxn id="54" idx="0"/>
            <a:endCxn id="52" idx="2"/>
          </p:cNvCxnSpPr>
          <p:nvPr/>
        </p:nvCxnSpPr>
        <p:spPr>
          <a:xfrm flipV="1">
            <a:off x="7109130" y="3007956"/>
            <a:ext cx="1" cy="22488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DAA2607F-812F-3EDB-CEAB-38E435E23A46}"/>
              </a:ext>
            </a:extLst>
          </p:cNvPr>
          <p:cNvSpPr txBox="1"/>
          <p:nvPr/>
        </p:nvSpPr>
        <p:spPr>
          <a:xfrm>
            <a:off x="10323647" y="2571892"/>
            <a:ext cx="14988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Zero-Bit Slice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7596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69BE-0015-145D-BC42-DD922DF66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4ABAC-17A3-0E58-7AB3-5186BFD20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4.</a:t>
            </a:r>
            <a:r>
              <a:rPr lang="ko-KR" altLang="en-US" dirty="0">
                <a:solidFill>
                  <a:srgbClr val="2F5597"/>
                </a:solidFill>
              </a:rPr>
              <a:t> </a:t>
            </a:r>
            <a:r>
              <a:rPr lang="en-US" altLang="ko-KR" dirty="0">
                <a:solidFill>
                  <a:srgbClr val="2F5597"/>
                </a:solidFill>
              </a:rPr>
              <a:t>DSM</a:t>
            </a:r>
            <a:r>
              <a:rPr lang="ko-KR" altLang="en-US" dirty="0">
                <a:solidFill>
                  <a:srgbClr val="2F5597"/>
                </a:solidFill>
              </a:rPr>
              <a:t> 도식화</a:t>
            </a:r>
          </a:p>
        </p:txBody>
      </p:sp>
    </p:spTree>
    <p:extLst>
      <p:ext uri="{BB962C8B-B14F-4D97-AF65-F5344CB8AC3E}">
        <p14:creationId xmlns:p14="http://schemas.microsoft.com/office/powerpoint/2010/main" val="3715221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10483</TotalTime>
  <Words>571</Words>
  <Application>Microsoft Office PowerPoint</Application>
  <PresentationFormat>와이드스크린</PresentationFormat>
  <Paragraphs>434</Paragraphs>
  <Slides>6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Noto Sans Symbols</vt:lpstr>
      <vt:lpstr>맑은 고딕</vt:lpstr>
      <vt:lpstr>맑은 고딕</vt:lpstr>
      <vt:lpstr>Arial</vt:lpstr>
      <vt:lpstr>Calibri</vt:lpstr>
      <vt:lpstr>Cambria Math</vt:lpstr>
      <vt:lpstr>Office 테마</vt:lpstr>
      <vt:lpstr>26.04.06.세미나</vt:lpstr>
      <vt:lpstr>1. RA 알고리즘 도식화</vt:lpstr>
      <vt:lpstr>2. ZS 알고리즘 도식화</vt:lpstr>
      <vt:lpstr>3. SBR 도식화</vt:lpstr>
      <vt:lpstr>3. SBR 도식화</vt:lpstr>
      <vt:lpstr>4. DSM 도식화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Winograd Structured Pruning</dc:title>
  <dc:creator>Windows 사용자</dc:creator>
  <cp:lastModifiedBy>최성우</cp:lastModifiedBy>
  <cp:revision>1231</cp:revision>
  <dcterms:created xsi:type="dcterms:W3CDTF">2019-09-23T01:49:16Z</dcterms:created>
  <dcterms:modified xsi:type="dcterms:W3CDTF">2026-04-06T06:35:44Z</dcterms:modified>
</cp:coreProperties>
</file>