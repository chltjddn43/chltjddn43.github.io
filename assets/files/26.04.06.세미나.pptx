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579" r:id="rId2"/>
    <p:sldId id="628" r:id="rId3"/>
    <p:sldId id="631" r:id="rId4"/>
    <p:sldId id="629" r:id="rId5"/>
    <p:sldId id="632" r:id="rId6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9" roundtripDataSignature="AMtx7mi60wwQBXdufn43yw7rgc2Btalb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434"/>
    <a:srgbClr val="2F5597"/>
    <a:srgbClr val="77B900"/>
    <a:srgbClr val="060048"/>
    <a:srgbClr val="060348"/>
    <a:srgbClr val="35ECFD"/>
    <a:srgbClr val="FE27FD"/>
    <a:srgbClr val="050145"/>
    <a:srgbClr val="F036F6"/>
    <a:srgbClr val="DCE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18" autoAdjust="0"/>
    <p:restoredTop sz="97384" autoAdjust="0"/>
  </p:normalViewPr>
  <p:slideViewPr>
    <p:cSldViewPr snapToGrid="0">
      <p:cViewPr varScale="1">
        <p:scale>
          <a:sx n="82" d="100"/>
          <a:sy n="82" d="100"/>
        </p:scale>
        <p:origin x="11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0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4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119" Type="http://customschemas.google.com/relationships/presentationmetadata" Target="metadata"/><Relationship Id="rId122" Type="http://schemas.openxmlformats.org/officeDocument/2006/relationships/theme" Target="theme/theme1.xml"/><Relationship Id="rId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우 최" userId="b39b9c6800b01a47" providerId="LiveId" clId="{86918D44-C542-442D-8291-F46EC03904AF}"/>
    <pc:docChg chg="undo custSel addSld delSld modSld">
      <pc:chgData name="성우 최" userId="b39b9c6800b01a47" providerId="LiveId" clId="{86918D44-C542-442D-8291-F46EC03904AF}" dt="2026-05-16T15:49:00.960" v="823" actId="47"/>
      <pc:docMkLst>
        <pc:docMk/>
      </pc:docMkLst>
      <pc:sldChg chg="delSp modSp del mod">
        <pc:chgData name="성우 최" userId="b39b9c6800b01a47" providerId="LiveId" clId="{86918D44-C542-442D-8291-F46EC03904AF}" dt="2026-05-16T15:49:00.960" v="823" actId="47"/>
        <pc:sldMkLst>
          <pc:docMk/>
          <pc:sldMk cId="3715221785" sldId="6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338D-3299-39E6-9DDD-0F8F5CAA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CCE7E3-1CDD-E2A0-D0E7-409D3F037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04776C-4756-512F-D150-2D83CF21F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51FC7-52F1-D61B-DB8B-9BC6E4943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5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28A8-D27A-C779-215E-39889C5D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ACA957-2355-6BEE-21AD-722351DC7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4DECAC-2D8E-2018-64F4-68414DCB1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B29544-34D8-C919-C665-864BD9D05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536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B5CA-9D20-83A4-6A59-3A76F927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162139-D30D-0F43-0D48-515213A56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A30D42-B85C-8EC2-E60F-F6137D085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AC0F0C-3C78-1D36-0C56-A7CFAA39C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348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7717A-0975-F536-541A-B6E64FB3C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E1EF5A-3B16-BEEB-8D5B-6FABC5165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48AD77-A8F8-3027-729C-B0D3D1B2C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59CED3-51FF-AD71-F118-E79CEDB44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17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811044"/>
            <a:ext cx="12192000" cy="275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745671" y="187326"/>
            <a:ext cx="10515600" cy="62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1D4F"/>
              </a:buClr>
              <a:buSzPts val="3600"/>
              <a:buFont typeface="Calibri"/>
              <a:buNone/>
              <a:defRPr sz="3600" b="1">
                <a:solidFill>
                  <a:srgbClr val="0D1D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355600" y="1003300"/>
            <a:ext cx="10998200" cy="495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한쪽 모서리가 둥근 사각형 1"/>
          <p:cNvSpPr/>
          <p:nvPr userDrawn="1"/>
        </p:nvSpPr>
        <p:spPr>
          <a:xfrm>
            <a:off x="12061825" y="712847"/>
            <a:ext cx="130175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한쪽 모서리가 둥근 사각형 10"/>
          <p:cNvSpPr/>
          <p:nvPr userDrawn="1"/>
        </p:nvSpPr>
        <p:spPr>
          <a:xfrm>
            <a:off x="0" y="712847"/>
            <a:ext cx="205467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한쪽 모서리가 둥근 사각형 13"/>
          <p:cNvSpPr/>
          <p:nvPr userDrawn="1"/>
        </p:nvSpPr>
        <p:spPr>
          <a:xfrm>
            <a:off x="11931650" y="7576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한쪽 모서리가 둥근 사각형 14"/>
          <p:cNvSpPr/>
          <p:nvPr userDrawn="1"/>
        </p:nvSpPr>
        <p:spPr>
          <a:xfrm>
            <a:off x="11801475" y="7895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한쪽 모서리가 둥근 사각형 15"/>
          <p:cNvSpPr/>
          <p:nvPr userDrawn="1"/>
        </p:nvSpPr>
        <p:spPr>
          <a:xfrm>
            <a:off x="205467" y="7576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한쪽 모서리가 둥근 사각형 16"/>
          <p:cNvSpPr/>
          <p:nvPr userDrawn="1"/>
        </p:nvSpPr>
        <p:spPr>
          <a:xfrm>
            <a:off x="308882" y="7895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3"/>
          <p:cNvGrpSpPr/>
          <p:nvPr/>
        </p:nvGrpSpPr>
        <p:grpSpPr>
          <a:xfrm>
            <a:off x="0" y="-9039"/>
            <a:ext cx="12192000" cy="6604001"/>
            <a:chOff x="0" y="234950"/>
            <a:chExt cx="12192000" cy="6604001"/>
          </a:xfrm>
        </p:grpSpPr>
        <p:pic>
          <p:nvPicPr>
            <p:cNvPr id="38" name="Google Shape;38;p13"/>
            <p:cNvPicPr preferRelativeResize="0"/>
            <p:nvPr/>
          </p:nvPicPr>
          <p:blipFill rotWithShape="1">
            <a:blip r:embed="rId2">
              <a:alphaModFix/>
            </a:blip>
            <a:srcRect l="5451" r="6823"/>
            <a:stretch/>
          </p:blipFill>
          <p:spPr>
            <a:xfrm>
              <a:off x="0" y="244220"/>
              <a:ext cx="12192000" cy="6585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13"/>
            <p:cNvSpPr/>
            <p:nvPr/>
          </p:nvSpPr>
          <p:spPr>
            <a:xfrm>
              <a:off x="0" y="234950"/>
              <a:ext cx="12192000" cy="6604001"/>
            </a:xfrm>
            <a:prstGeom prst="rect">
              <a:avLst/>
            </a:prstGeom>
            <a:solidFill>
              <a:schemeClr val="lt1">
                <a:alpha val="7490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0" name="Google Shape;40;p13"/>
          <p:cNvSpPr/>
          <p:nvPr/>
        </p:nvSpPr>
        <p:spPr>
          <a:xfrm>
            <a:off x="0" y="6306831"/>
            <a:ext cx="12192000" cy="576263"/>
          </a:xfrm>
          <a:custGeom>
            <a:avLst/>
            <a:gdLst/>
            <a:ahLst/>
            <a:cxnLst/>
            <a:rect l="l" t="t" r="r" b="b"/>
            <a:pathLst>
              <a:path w="12192000" h="825500" extrusionOk="0">
                <a:moveTo>
                  <a:pt x="6096000" y="0"/>
                </a:moveTo>
                <a:lnTo>
                  <a:pt x="12192000" y="323850"/>
                </a:lnTo>
                <a:lnTo>
                  <a:pt x="12192000" y="825500"/>
                </a:lnTo>
                <a:lnTo>
                  <a:pt x="0" y="825500"/>
                </a:lnTo>
                <a:lnTo>
                  <a:pt x="0" y="323850"/>
                </a:lnTo>
                <a:close/>
              </a:path>
            </a:pathLst>
          </a:custGeom>
          <a:solidFill>
            <a:srgbClr val="1229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" name="Google Shape;41;p13" descr="yonsei university logo에 대한 이미지 검색결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318" y="4913077"/>
            <a:ext cx="1404000" cy="14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3"/>
          <p:cNvSpPr/>
          <p:nvPr/>
        </p:nvSpPr>
        <p:spPr>
          <a:xfrm>
            <a:off x="4542518" y="231"/>
            <a:ext cx="3106964" cy="2465874"/>
          </a:xfrm>
          <a:custGeom>
            <a:avLst/>
            <a:gdLst/>
            <a:ahLst/>
            <a:cxnLst/>
            <a:rect l="l" t="t" r="r" b="b"/>
            <a:pathLst>
              <a:path w="3106964" h="2465874" extrusionOk="0">
                <a:moveTo>
                  <a:pt x="82" y="0"/>
                </a:moveTo>
                <a:lnTo>
                  <a:pt x="3106882" y="0"/>
                </a:lnTo>
                <a:lnTo>
                  <a:pt x="3106882" y="561974"/>
                </a:lnTo>
                <a:lnTo>
                  <a:pt x="3106964" y="561974"/>
                </a:lnTo>
                <a:lnTo>
                  <a:pt x="3106964" y="1529381"/>
                </a:lnTo>
                <a:lnTo>
                  <a:pt x="3106964" y="1529382"/>
                </a:lnTo>
                <a:lnTo>
                  <a:pt x="3106961" y="1529382"/>
                </a:lnTo>
                <a:lnTo>
                  <a:pt x="1553482" y="2465874"/>
                </a:lnTo>
                <a:lnTo>
                  <a:pt x="2" y="1529382"/>
                </a:lnTo>
                <a:lnTo>
                  <a:pt x="0" y="1529382"/>
                </a:lnTo>
                <a:lnTo>
                  <a:pt x="0" y="1529380"/>
                </a:lnTo>
                <a:lnTo>
                  <a:pt x="0" y="561974"/>
                </a:lnTo>
                <a:lnTo>
                  <a:pt x="82" y="561974"/>
                </a:lnTo>
                <a:close/>
              </a:path>
            </a:pathLst>
          </a:custGeom>
          <a:solidFill>
            <a:srgbClr val="1229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460"/>
              </a:buClr>
              <a:buSzPts val="3200"/>
              <a:buFont typeface="Calibri"/>
              <a:buNone/>
              <a:defRPr sz="3200" b="1">
                <a:solidFill>
                  <a:srgbClr val="1424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C5294"/>
              </a:buClr>
              <a:buSzPts val="2200"/>
              <a:buNone/>
              <a:defRPr sz="2200">
                <a:solidFill>
                  <a:srgbClr val="2C5294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5" name="Google Shape;45;p13"/>
          <p:cNvPicPr preferRelativeResize="0"/>
          <p:nvPr/>
        </p:nvPicPr>
        <p:blipFill rotWithShape="1">
          <a:blip r:embed="rId4">
            <a:alphaModFix/>
          </a:blip>
          <a:srcRect l="4369" t="25610" r="8252" b="8536"/>
          <a:stretch/>
        </p:blipFill>
        <p:spPr>
          <a:xfrm>
            <a:off x="9576106" y="5577112"/>
            <a:ext cx="2463494" cy="73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92329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3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" name="Picture 2" descr="메타, 새롭고 강력한 AI 시스템 개발 중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255" y="-1103742"/>
            <a:ext cx="571500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lh3.googleusercontent.com/sitesv/AICyYdYE28hS9Muih9-S1jckfmIsAl0BtEbTbO03pfeFhEz0dl7bZu4e6faNQyQvQLHOlxcls6QEOL3FG0ihPHoTrXY2uT2mQ64LoeGA7cv35andqoV1X--44kpYXSO3xPBQZXFwpEVZoSgImIWGmoZm8IefUadM4pD4_dNVTKdG4lIpe0JhZ4fMZvN2TiY=w1280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7" t="16879" r="10088" b="43666"/>
          <a:stretch/>
        </p:blipFill>
        <p:spPr bwMode="auto">
          <a:xfrm>
            <a:off x="-3620728" y="6317358"/>
            <a:ext cx="1036104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제목 슬라이드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https://lh3.googleusercontent.com/sitesv/AICyYdYa1UW4Nl3E0x23EjjEuT6pY9WFc_ENifUIl1OZNhPPgOL0bra4RQXflyhwJP_cSCteVWJL4vZ5oeOnYrHHYPRcBni_5cd1HmUHJUxEzcn2ETfyAVqcI63sORyfC3Fv7zYRNOz6YIlmqpiiefplVZjdnXPw3bkmOUvMcUyT2pebkdAMcMCPb7QpVWBzuQTTMK26Nxuq1lb2dsWbw0HrdqlyT15dZfs-bnqV1_Y=w1280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4" t="-1" r="2774" b="299"/>
          <a:stretch/>
        </p:blipFill>
        <p:spPr bwMode="auto">
          <a:xfrm>
            <a:off x="-12700" y="0"/>
            <a:ext cx="122174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1524000" y="1841499"/>
            <a:ext cx="9144000" cy="1401763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460"/>
              </a:buClr>
              <a:buSzPts val="3200"/>
              <a:buFont typeface="Calibri"/>
              <a:buNone/>
              <a:defRPr sz="3200" b="1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1524000" y="3335338"/>
            <a:ext cx="9144000" cy="1655762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C5294"/>
              </a:buClr>
              <a:buSzPts val="2200"/>
              <a:buNone/>
              <a:defRPr sz="2200">
                <a:solidFill>
                  <a:schemeClr val="bg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0" y="3287544"/>
            <a:ext cx="12192000" cy="275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한쪽 모서리가 둥근 사각형 24"/>
          <p:cNvSpPr/>
          <p:nvPr userDrawn="1"/>
        </p:nvSpPr>
        <p:spPr>
          <a:xfrm>
            <a:off x="12061825" y="3189347"/>
            <a:ext cx="130175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한쪽 모서리가 둥근 사각형 25"/>
          <p:cNvSpPr/>
          <p:nvPr userDrawn="1"/>
        </p:nvSpPr>
        <p:spPr>
          <a:xfrm>
            <a:off x="0" y="3189347"/>
            <a:ext cx="205467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한쪽 모서리가 둥근 사각형 26"/>
          <p:cNvSpPr/>
          <p:nvPr userDrawn="1"/>
        </p:nvSpPr>
        <p:spPr>
          <a:xfrm>
            <a:off x="11931650" y="32341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한쪽 모서리가 둥근 사각형 27"/>
          <p:cNvSpPr/>
          <p:nvPr userDrawn="1"/>
        </p:nvSpPr>
        <p:spPr>
          <a:xfrm>
            <a:off x="11801475" y="32660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한쪽 모서리가 둥근 사각형 28"/>
          <p:cNvSpPr/>
          <p:nvPr userDrawn="1"/>
        </p:nvSpPr>
        <p:spPr>
          <a:xfrm>
            <a:off x="205467" y="32341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한쪽 모서리가 둥근 사각형 29"/>
          <p:cNvSpPr/>
          <p:nvPr userDrawn="1"/>
        </p:nvSpPr>
        <p:spPr>
          <a:xfrm>
            <a:off x="308882" y="32660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10667999" y="1841499"/>
            <a:ext cx="130175" cy="1401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10667999" y="3333838"/>
            <a:ext cx="130175" cy="1656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2118C5-1900-8725-9D9E-F90CF90D3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13" y="5905083"/>
            <a:ext cx="1692940" cy="74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, 원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B3A51C-858B-45E4-A14B-D2A3343E29B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67" y="5905084"/>
            <a:ext cx="749479" cy="7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3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92329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26.04.06.</a:t>
            </a:r>
            <a:r>
              <a:rPr lang="ko-KR" altLang="en-US" dirty="0"/>
              <a:t>세미나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최성우</a:t>
            </a:r>
            <a:endParaRPr lang="en-US" altLang="ko-K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Hankuk University of Foreign Studies</a:t>
            </a:r>
          </a:p>
          <a:p>
            <a:r>
              <a:rPr lang="en-US" altLang="ko-K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Division of Computer Engineering</a:t>
            </a:r>
            <a:endParaRPr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7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7B88-AC5B-BB36-C643-F1B6F925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FF169-BD3A-7F72-BA8E-9DF65D87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1.</a:t>
            </a:r>
            <a:r>
              <a:rPr lang="ko-KR" altLang="en-US" dirty="0">
                <a:solidFill>
                  <a:srgbClr val="2F5597"/>
                </a:solidFill>
              </a:rPr>
              <a:t> </a:t>
            </a:r>
            <a:r>
              <a:rPr lang="en-US" altLang="ko-KR" dirty="0">
                <a:solidFill>
                  <a:srgbClr val="2F5597"/>
                </a:solidFill>
              </a:rPr>
              <a:t>RA</a:t>
            </a:r>
            <a:r>
              <a:rPr lang="ko-KR" altLang="en-US" dirty="0">
                <a:solidFill>
                  <a:srgbClr val="2F5597"/>
                </a:solidFill>
              </a:rPr>
              <a:t> 알고리즘 도식화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FF1DEE-599B-AA58-FFE8-4D909AE7C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730968"/>
              </p:ext>
            </p:extLst>
          </p:nvPr>
        </p:nvGraphicFramePr>
        <p:xfrm>
          <a:off x="638919" y="1964781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C4C3DE6-1698-CB43-2925-FA1399B5C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23288"/>
              </p:ext>
            </p:extLst>
          </p:nvPr>
        </p:nvGraphicFramePr>
        <p:xfrm>
          <a:off x="638919" y="1481407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5528960-1B8A-BA32-9B46-DB00B54D0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894031"/>
              </p:ext>
            </p:extLst>
          </p:nvPr>
        </p:nvGraphicFramePr>
        <p:xfrm>
          <a:off x="638919" y="2448155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B155A02-22AA-5EE5-59C9-B58723AC3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51052"/>
              </p:ext>
            </p:extLst>
          </p:nvPr>
        </p:nvGraphicFramePr>
        <p:xfrm>
          <a:off x="638919" y="2931529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DED23FA-3015-24FF-26DA-1F7618265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696750"/>
              </p:ext>
            </p:extLst>
          </p:nvPr>
        </p:nvGraphicFramePr>
        <p:xfrm>
          <a:off x="4423213" y="1964781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E9B6555-73D6-11F6-BC73-08A3B418B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554269"/>
              </p:ext>
            </p:extLst>
          </p:nvPr>
        </p:nvGraphicFramePr>
        <p:xfrm>
          <a:off x="4423213" y="1481407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886435E-214E-43DA-09B0-36BF3AE6F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771837"/>
              </p:ext>
            </p:extLst>
          </p:nvPr>
        </p:nvGraphicFramePr>
        <p:xfrm>
          <a:off x="4423213" y="2448155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C590332-63B7-62C0-2F9F-301B57993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59893"/>
              </p:ext>
            </p:extLst>
          </p:nvPr>
        </p:nvGraphicFramePr>
        <p:xfrm>
          <a:off x="4423213" y="2931529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9461EAF-0560-70DE-511A-95AE2BAF5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295676"/>
              </p:ext>
            </p:extLst>
          </p:nvPr>
        </p:nvGraphicFramePr>
        <p:xfrm>
          <a:off x="9033081" y="1481407"/>
          <a:ext cx="25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24811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52141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4847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6682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31483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1257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0756890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5491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DD2EDBA-9E92-E1CC-3E78-9FC623F49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499228"/>
              </p:ext>
            </p:extLst>
          </p:nvPr>
        </p:nvGraphicFramePr>
        <p:xfrm>
          <a:off x="9033081" y="1964781"/>
          <a:ext cx="25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24811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52141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4847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6682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31483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1257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0756890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5491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9745271-4373-7387-F8D9-DE979BC9E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90933"/>
              </p:ext>
            </p:extLst>
          </p:nvPr>
        </p:nvGraphicFramePr>
        <p:xfrm>
          <a:off x="9033081" y="2448155"/>
          <a:ext cx="25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24811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52141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4847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6682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31483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1257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0756890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5491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F5F292B-B835-E3F8-72C3-1B1509ADB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184665"/>
              </p:ext>
            </p:extLst>
          </p:nvPr>
        </p:nvGraphicFramePr>
        <p:xfrm>
          <a:off x="9033081" y="2931529"/>
          <a:ext cx="25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24811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52141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4847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6682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31483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1257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0756890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5491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09B593-998F-BCEC-2237-9C57E3276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98831"/>
              </p:ext>
            </p:extLst>
          </p:nvPr>
        </p:nvGraphicFramePr>
        <p:xfrm>
          <a:off x="0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BD31036-33D1-6BB1-4A7A-4413D9F9A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666392"/>
              </p:ext>
            </p:extLst>
          </p:nvPr>
        </p:nvGraphicFramePr>
        <p:xfrm>
          <a:off x="3702577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4967859-C9AE-E716-6557-135CB5330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562457"/>
              </p:ext>
            </p:extLst>
          </p:nvPr>
        </p:nvGraphicFramePr>
        <p:xfrm>
          <a:off x="8467817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1D5177-07D0-F5D8-9D89-A2E8B21D936B}"/>
              </a:ext>
            </a:extLst>
          </p:cNvPr>
          <p:cNvSpPr/>
          <p:nvPr/>
        </p:nvSpPr>
        <p:spPr>
          <a:xfrm>
            <a:off x="5852589" y="1481407"/>
            <a:ext cx="1450624" cy="181012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BA24313-CE1D-3D8C-662C-0C2D3E17CE51}"/>
              </a:ext>
            </a:extLst>
          </p:cNvPr>
          <p:cNvCxnSpPr/>
          <p:nvPr/>
        </p:nvCxnSpPr>
        <p:spPr>
          <a:xfrm>
            <a:off x="4760908" y="1481407"/>
            <a:ext cx="391885" cy="18677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E50A6A3-D433-2495-7F4F-D0140BF85923}"/>
              </a:ext>
            </a:extLst>
          </p:cNvPr>
          <p:cNvCxnSpPr/>
          <p:nvPr/>
        </p:nvCxnSpPr>
        <p:spPr>
          <a:xfrm flipH="1">
            <a:off x="4760908" y="1481407"/>
            <a:ext cx="391885" cy="18101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AF33589-4753-EB2D-E4B5-01906238E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126207"/>
              </p:ext>
            </p:extLst>
          </p:nvPr>
        </p:nvGraphicFramePr>
        <p:xfrm>
          <a:off x="7555178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79D0896-9769-D1C0-117C-DB138CF3FCFC}"/>
              </a:ext>
            </a:extLst>
          </p:cNvPr>
          <p:cNvCxnSpPr>
            <a:cxnSpLocks/>
          </p:cNvCxnSpPr>
          <p:nvPr/>
        </p:nvCxnSpPr>
        <p:spPr>
          <a:xfrm>
            <a:off x="8079925" y="2377118"/>
            <a:ext cx="2519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B91BC8D-43CA-D27D-095D-4008BF4A2BC5}"/>
              </a:ext>
            </a:extLst>
          </p:cNvPr>
          <p:cNvSpPr txBox="1"/>
          <p:nvPr/>
        </p:nvSpPr>
        <p:spPr>
          <a:xfrm>
            <a:off x="8233594" y="2223229"/>
            <a:ext cx="25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rgbClr val="FF0000"/>
                </a:solidFill>
              </a:rPr>
              <a:t>7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394E957-50FC-B0D6-00CD-CDEE6C78830F}"/>
              </a:ext>
            </a:extLst>
          </p:cNvPr>
          <p:cNvSpPr/>
          <p:nvPr/>
        </p:nvSpPr>
        <p:spPr>
          <a:xfrm>
            <a:off x="10102457" y="1472056"/>
            <a:ext cx="1450624" cy="181012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2D9EAE-1934-EBF9-255D-D2481AF5E687}"/>
              </a:ext>
            </a:extLst>
          </p:cNvPr>
          <p:cNvSpPr txBox="1"/>
          <p:nvPr/>
        </p:nvSpPr>
        <p:spPr>
          <a:xfrm>
            <a:off x="8959509" y="815181"/>
            <a:ext cx="2593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Remove Redundant column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9C2B6DE-B2D9-3250-E6A8-D17E4843142D}"/>
              </a:ext>
            </a:extLst>
          </p:cNvPr>
          <p:cNvCxnSpPr/>
          <p:nvPr/>
        </p:nvCxnSpPr>
        <p:spPr>
          <a:xfrm flipV="1">
            <a:off x="9386596" y="1122958"/>
            <a:ext cx="0" cy="282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69BF9AF-0BD8-94AA-301D-8B5AAB024924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8359577" y="1264038"/>
            <a:ext cx="12740" cy="9591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F0E1A37-708E-9021-FB26-60714DC71280}"/>
              </a:ext>
            </a:extLst>
          </p:cNvPr>
          <p:cNvSpPr txBox="1"/>
          <p:nvPr/>
        </p:nvSpPr>
        <p:spPr>
          <a:xfrm>
            <a:off x="7944080" y="946738"/>
            <a:ext cx="843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average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F8897092-5A31-BBB4-5AA6-3EA7FBEC7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454140"/>
              </p:ext>
            </p:extLst>
          </p:nvPr>
        </p:nvGraphicFramePr>
        <p:xfrm>
          <a:off x="3590212" y="5016594"/>
          <a:ext cx="21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7784297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7029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6577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671180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14180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74583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190699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DE960960-1FAB-0CF3-06A0-7316ED9A4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93469"/>
              </p:ext>
            </p:extLst>
          </p:nvPr>
        </p:nvGraphicFramePr>
        <p:xfrm>
          <a:off x="3590212" y="5594493"/>
          <a:ext cx="7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14160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396737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530497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52A02C2F-8AC8-F047-1FED-DF6040248705}"/>
              </a:ext>
            </a:extLst>
          </p:cNvPr>
          <p:cNvSpPr/>
          <p:nvPr/>
        </p:nvSpPr>
        <p:spPr>
          <a:xfrm>
            <a:off x="3340359" y="4646645"/>
            <a:ext cx="2668555" cy="1670179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29265DFE-0089-D0D7-1FFA-97F67D3BA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350418"/>
              </p:ext>
            </p:extLst>
          </p:nvPr>
        </p:nvGraphicFramePr>
        <p:xfrm>
          <a:off x="638919" y="4893562"/>
          <a:ext cx="10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11E0C34F-FF53-A7B8-D628-2E4E7F975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018685"/>
              </p:ext>
            </p:extLst>
          </p:nvPr>
        </p:nvGraphicFramePr>
        <p:xfrm>
          <a:off x="638919" y="4410531"/>
          <a:ext cx="10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D280A49C-E4F3-88DF-D32B-370F2C6C9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598115"/>
              </p:ext>
            </p:extLst>
          </p:nvPr>
        </p:nvGraphicFramePr>
        <p:xfrm>
          <a:off x="638919" y="5376593"/>
          <a:ext cx="10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9474DC08-FDB0-2AE0-A358-85214D190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528725"/>
              </p:ext>
            </p:extLst>
          </p:nvPr>
        </p:nvGraphicFramePr>
        <p:xfrm>
          <a:off x="638919" y="5859624"/>
          <a:ext cx="10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73B8B7C7-258A-1F4F-5ACC-E6F9964F6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065168"/>
              </p:ext>
            </p:extLst>
          </p:nvPr>
        </p:nvGraphicFramePr>
        <p:xfrm>
          <a:off x="-1" y="4372824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ECC11A0A-4CFF-7AB6-D5F3-BFFFF9DF9156}"/>
              </a:ext>
            </a:extLst>
          </p:cNvPr>
          <p:cNvSpPr txBox="1"/>
          <p:nvPr/>
        </p:nvSpPr>
        <p:spPr>
          <a:xfrm>
            <a:off x="2320743" y="5070716"/>
            <a:ext cx="363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AA2250-AFD5-6ACA-8815-3369542A9A6C}"/>
              </a:ext>
            </a:extLst>
          </p:cNvPr>
          <p:cNvSpPr txBox="1"/>
          <p:nvPr/>
        </p:nvSpPr>
        <p:spPr>
          <a:xfrm>
            <a:off x="4467804" y="5584605"/>
            <a:ext cx="1326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MetaData</a:t>
            </a:r>
            <a:endParaRPr lang="ko-KR" altLang="en-US" dirty="0"/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3B44A251-6698-3B53-2E85-F407C6B1A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391044"/>
              </p:ext>
            </p:extLst>
          </p:nvPr>
        </p:nvGraphicFramePr>
        <p:xfrm>
          <a:off x="7630354" y="4769257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683BECB7-9BEA-72C4-D668-9C3BA7364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852535"/>
              </p:ext>
            </p:extLst>
          </p:nvPr>
        </p:nvGraphicFramePr>
        <p:xfrm>
          <a:off x="7630354" y="5375042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36BA7F87-2122-2E4D-BC6C-020C40507F66}"/>
              </a:ext>
            </a:extLst>
          </p:cNvPr>
          <p:cNvSpPr txBox="1"/>
          <p:nvPr/>
        </p:nvSpPr>
        <p:spPr>
          <a:xfrm>
            <a:off x="10616150" y="4778974"/>
            <a:ext cx="583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보존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58E2AF-CD43-AFAA-3D79-EF2495FAFF12}"/>
              </a:ext>
            </a:extLst>
          </p:cNvPr>
          <p:cNvSpPr txBox="1"/>
          <p:nvPr/>
        </p:nvSpPr>
        <p:spPr>
          <a:xfrm>
            <a:off x="10616150" y="5403047"/>
            <a:ext cx="1303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평균으로 대체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92635A7-543D-18B9-2B44-06549966E917}"/>
              </a:ext>
            </a:extLst>
          </p:cNvPr>
          <p:cNvCxnSpPr>
            <a:endCxn id="62" idx="1"/>
          </p:cNvCxnSpPr>
          <p:nvPr/>
        </p:nvCxnSpPr>
        <p:spPr>
          <a:xfrm>
            <a:off x="10180166" y="4926513"/>
            <a:ext cx="435984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E159512E-8B2E-024B-6C20-02A0C0CB0471}"/>
              </a:ext>
            </a:extLst>
          </p:cNvPr>
          <p:cNvCxnSpPr>
            <a:endCxn id="63" idx="1"/>
          </p:cNvCxnSpPr>
          <p:nvPr/>
        </p:nvCxnSpPr>
        <p:spPr>
          <a:xfrm>
            <a:off x="10180166" y="5555042"/>
            <a:ext cx="435984" cy="1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EFF682A-841F-02E6-2BA0-B5D343CD7C09}"/>
              </a:ext>
            </a:extLst>
          </p:cNvPr>
          <p:cNvSpPr txBox="1"/>
          <p:nvPr/>
        </p:nvSpPr>
        <p:spPr>
          <a:xfrm>
            <a:off x="4423213" y="4704234"/>
            <a:ext cx="60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6bits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632DA8-71D8-8410-D770-F03DA452C65E}"/>
              </a:ext>
            </a:extLst>
          </p:cNvPr>
          <p:cNvSpPr txBox="1"/>
          <p:nvPr/>
        </p:nvSpPr>
        <p:spPr>
          <a:xfrm>
            <a:off x="3669953" y="6000467"/>
            <a:ext cx="625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2bits</a:t>
            </a:r>
            <a:endParaRPr lang="ko-KR" altLang="en-US" dirty="0"/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0B48C798-48E4-A9D9-A2CE-4FF45B667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73422"/>
              </p:ext>
            </p:extLst>
          </p:nvPr>
        </p:nvGraphicFramePr>
        <p:xfrm>
          <a:off x="442938" y="3414560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D21F3213-3743-32C5-CD53-E0F16CD2E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25055"/>
              </p:ext>
            </p:extLst>
          </p:nvPr>
        </p:nvGraphicFramePr>
        <p:xfrm>
          <a:off x="4150019" y="3426379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32153C0D-B4A1-FA96-9B02-5A249339B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136643"/>
              </p:ext>
            </p:extLst>
          </p:nvPr>
        </p:nvGraphicFramePr>
        <p:xfrm>
          <a:off x="8787813" y="3443803"/>
          <a:ext cx="3024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0A914355-E156-B80E-9836-8B5691DC5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92955"/>
              </p:ext>
            </p:extLst>
          </p:nvPr>
        </p:nvGraphicFramePr>
        <p:xfrm>
          <a:off x="501008" y="6316824"/>
          <a:ext cx="1512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87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E96C-E28B-5330-5D8D-CD5593D0B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EF315-6711-B8B8-E643-065A7FF4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2.</a:t>
            </a:r>
            <a:r>
              <a:rPr lang="ko-KR" altLang="en-US" dirty="0">
                <a:solidFill>
                  <a:srgbClr val="2F5597"/>
                </a:solidFill>
              </a:rPr>
              <a:t> </a:t>
            </a:r>
            <a:r>
              <a:rPr lang="en-US" altLang="ko-KR" dirty="0">
                <a:solidFill>
                  <a:srgbClr val="2F5597"/>
                </a:solidFill>
              </a:rPr>
              <a:t>ZS</a:t>
            </a:r>
            <a:r>
              <a:rPr lang="ko-KR" altLang="en-US" dirty="0">
                <a:solidFill>
                  <a:srgbClr val="2F5597"/>
                </a:solidFill>
              </a:rPr>
              <a:t> 알고리즘 도식화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800139F-8CF1-D888-A9A3-266D392CC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638438"/>
              </p:ext>
            </p:extLst>
          </p:nvPr>
        </p:nvGraphicFramePr>
        <p:xfrm>
          <a:off x="638919" y="1964781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16C0566-57A8-879C-ECD0-D9E792FCC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308972"/>
              </p:ext>
            </p:extLst>
          </p:nvPr>
        </p:nvGraphicFramePr>
        <p:xfrm>
          <a:off x="638919" y="1481407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1060672-7C4D-101F-C72E-AD8B4FDDE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622924"/>
              </p:ext>
            </p:extLst>
          </p:nvPr>
        </p:nvGraphicFramePr>
        <p:xfrm>
          <a:off x="638919" y="2448155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894996B-1955-AA1C-43A6-EFE96D2BA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074151"/>
              </p:ext>
            </p:extLst>
          </p:nvPr>
        </p:nvGraphicFramePr>
        <p:xfrm>
          <a:off x="638919" y="2931529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26DE86A-DF34-5AB5-0C6E-FB2E11A66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32477"/>
              </p:ext>
            </p:extLst>
          </p:nvPr>
        </p:nvGraphicFramePr>
        <p:xfrm>
          <a:off x="4779906" y="1934628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C55959D-15A8-878D-7DD4-AA19E67E2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228745"/>
              </p:ext>
            </p:extLst>
          </p:nvPr>
        </p:nvGraphicFramePr>
        <p:xfrm>
          <a:off x="4779906" y="1451254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8341762-42B1-DA8D-34C4-96E48589B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87787"/>
              </p:ext>
            </p:extLst>
          </p:nvPr>
        </p:nvGraphicFramePr>
        <p:xfrm>
          <a:off x="4779906" y="2418002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54B7138-C35A-BED5-BDDC-F9260C286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16661"/>
              </p:ext>
            </p:extLst>
          </p:nvPr>
        </p:nvGraphicFramePr>
        <p:xfrm>
          <a:off x="4779906" y="2901376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CE2D824-54EB-FDE8-4F2C-8A93B8BC6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286637"/>
              </p:ext>
            </p:extLst>
          </p:nvPr>
        </p:nvGraphicFramePr>
        <p:xfrm>
          <a:off x="0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7EE22165-1381-E7F6-D1FB-FA74ADD08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7120"/>
              </p:ext>
            </p:extLst>
          </p:nvPr>
        </p:nvGraphicFramePr>
        <p:xfrm>
          <a:off x="4132635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-34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232E044F-F2AC-89BC-6E6D-DEAFC545F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40339"/>
              </p:ext>
            </p:extLst>
          </p:nvPr>
        </p:nvGraphicFramePr>
        <p:xfrm>
          <a:off x="3590212" y="5016594"/>
          <a:ext cx="21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7784297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7029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6577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671180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14180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74583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190699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8F915314-7840-C223-AE39-C5A8838F7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77282"/>
              </p:ext>
            </p:extLst>
          </p:nvPr>
        </p:nvGraphicFramePr>
        <p:xfrm>
          <a:off x="3590212" y="5594493"/>
          <a:ext cx="7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14160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396737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530497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D3F3B3BC-3D81-D214-FB77-CFB8A1C83DCC}"/>
              </a:ext>
            </a:extLst>
          </p:cNvPr>
          <p:cNvSpPr/>
          <p:nvPr/>
        </p:nvSpPr>
        <p:spPr>
          <a:xfrm>
            <a:off x="3340359" y="4646645"/>
            <a:ext cx="2668555" cy="1670179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1B545751-D096-95D5-7EE3-9855F2651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815253"/>
              </p:ext>
            </p:extLst>
          </p:nvPr>
        </p:nvGraphicFramePr>
        <p:xfrm>
          <a:off x="638919" y="4893562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899393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44ACD3D0-2149-1555-85AA-B580BD684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18681"/>
              </p:ext>
            </p:extLst>
          </p:nvPr>
        </p:nvGraphicFramePr>
        <p:xfrm>
          <a:off x="638919" y="4410531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57369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6C758D16-C8C9-EAAF-34D7-AD083C143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652027"/>
              </p:ext>
            </p:extLst>
          </p:nvPr>
        </p:nvGraphicFramePr>
        <p:xfrm>
          <a:off x="638919" y="5376593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364583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F648B611-AB20-DFE5-B7DC-2C55CBDE8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698711"/>
              </p:ext>
            </p:extLst>
          </p:nvPr>
        </p:nvGraphicFramePr>
        <p:xfrm>
          <a:off x="638919" y="5859624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740571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E3DD2E6A-7EC7-7652-266B-A96E0D876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4498"/>
              </p:ext>
            </p:extLst>
          </p:nvPr>
        </p:nvGraphicFramePr>
        <p:xfrm>
          <a:off x="-1" y="4372824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898D1817-4A48-3357-8A77-C6C9365E4C31}"/>
              </a:ext>
            </a:extLst>
          </p:cNvPr>
          <p:cNvSpPr txBox="1"/>
          <p:nvPr/>
        </p:nvSpPr>
        <p:spPr>
          <a:xfrm>
            <a:off x="2320743" y="5070716"/>
            <a:ext cx="363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95B22E-3185-8F9D-FBCE-F22366CEAF2E}"/>
              </a:ext>
            </a:extLst>
          </p:cNvPr>
          <p:cNvSpPr txBox="1"/>
          <p:nvPr/>
        </p:nvSpPr>
        <p:spPr>
          <a:xfrm>
            <a:off x="4467804" y="5584605"/>
            <a:ext cx="1326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MetaData</a:t>
            </a:r>
            <a:endParaRPr lang="ko-KR" altLang="en-US" dirty="0"/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F37CFB3E-F33F-16E2-1474-C60FBEC0A2B1}"/>
              </a:ext>
            </a:extLst>
          </p:cNvPr>
          <p:cNvGraphicFramePr>
            <a:graphicFrameLocks noGrp="1"/>
          </p:cNvGraphicFramePr>
          <p:nvPr/>
        </p:nvGraphicFramePr>
        <p:xfrm>
          <a:off x="7630354" y="4769257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CBA56151-C59D-FD70-C666-AA31E6C1AD6F}"/>
              </a:ext>
            </a:extLst>
          </p:cNvPr>
          <p:cNvGraphicFramePr>
            <a:graphicFrameLocks noGrp="1"/>
          </p:cNvGraphicFramePr>
          <p:nvPr/>
        </p:nvGraphicFramePr>
        <p:xfrm>
          <a:off x="7630354" y="5375042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4C15F954-9655-2F8D-C2D2-226299335147}"/>
              </a:ext>
            </a:extLst>
          </p:cNvPr>
          <p:cNvSpPr txBox="1"/>
          <p:nvPr/>
        </p:nvSpPr>
        <p:spPr>
          <a:xfrm>
            <a:off x="10616150" y="4778974"/>
            <a:ext cx="583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보존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07E9EA-854D-5043-A424-6AABDCF071B2}"/>
              </a:ext>
            </a:extLst>
          </p:cNvPr>
          <p:cNvSpPr txBox="1"/>
          <p:nvPr/>
        </p:nvSpPr>
        <p:spPr>
          <a:xfrm>
            <a:off x="10616150" y="5403047"/>
            <a:ext cx="1303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모두 </a:t>
            </a:r>
            <a:r>
              <a:rPr lang="en-US" altLang="ko-KR" dirty="0"/>
              <a:t>0</a:t>
            </a:r>
            <a:r>
              <a:rPr lang="ko-KR" altLang="en-US" dirty="0"/>
              <a:t>으로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B990F3CC-2FEC-1DC8-4570-92B875E96A2F}"/>
              </a:ext>
            </a:extLst>
          </p:cNvPr>
          <p:cNvCxnSpPr>
            <a:endCxn id="62" idx="1"/>
          </p:cNvCxnSpPr>
          <p:nvPr/>
        </p:nvCxnSpPr>
        <p:spPr>
          <a:xfrm>
            <a:off x="10180166" y="4926513"/>
            <a:ext cx="435984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92693EA7-5B04-3B54-F236-05FCED1FEFD6}"/>
              </a:ext>
            </a:extLst>
          </p:cNvPr>
          <p:cNvCxnSpPr>
            <a:endCxn id="63" idx="1"/>
          </p:cNvCxnSpPr>
          <p:nvPr/>
        </p:nvCxnSpPr>
        <p:spPr>
          <a:xfrm>
            <a:off x="10180166" y="5555042"/>
            <a:ext cx="435984" cy="1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B2CB12F-71A5-15AE-DD86-E509E358A8BA}"/>
              </a:ext>
            </a:extLst>
          </p:cNvPr>
          <p:cNvSpPr txBox="1"/>
          <p:nvPr/>
        </p:nvSpPr>
        <p:spPr>
          <a:xfrm>
            <a:off x="4423213" y="4704234"/>
            <a:ext cx="60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6bits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9742D1-BED4-93AB-CF06-4789902A9D64}"/>
              </a:ext>
            </a:extLst>
          </p:cNvPr>
          <p:cNvSpPr txBox="1"/>
          <p:nvPr/>
        </p:nvSpPr>
        <p:spPr>
          <a:xfrm>
            <a:off x="3669953" y="6000467"/>
            <a:ext cx="625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2bits</a:t>
            </a:r>
            <a:endParaRPr lang="ko-KR" altLang="en-US" dirty="0"/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EAD4C720-AA83-9DA0-D3D4-1F223DE7F060}"/>
              </a:ext>
            </a:extLst>
          </p:cNvPr>
          <p:cNvGraphicFramePr>
            <a:graphicFrameLocks noGrp="1"/>
          </p:cNvGraphicFramePr>
          <p:nvPr/>
        </p:nvGraphicFramePr>
        <p:xfrm>
          <a:off x="442938" y="3414560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BB7C4D21-DF64-ED70-52D7-8E8D440E5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81295"/>
              </p:ext>
            </p:extLst>
          </p:nvPr>
        </p:nvGraphicFramePr>
        <p:xfrm>
          <a:off x="4506712" y="3396226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6384C348-D15E-DEA8-4CA6-DA01A7F97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823123"/>
              </p:ext>
            </p:extLst>
          </p:nvPr>
        </p:nvGraphicFramePr>
        <p:xfrm>
          <a:off x="386230" y="6316824"/>
          <a:ext cx="201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240263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EC2CACA-8313-90C3-3996-4D1BEAB44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49014"/>
              </p:ext>
            </p:extLst>
          </p:nvPr>
        </p:nvGraphicFramePr>
        <p:xfrm>
          <a:off x="8673081" y="1954684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E72F598-2055-F772-E317-C5272BA32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640111"/>
              </p:ext>
            </p:extLst>
          </p:nvPr>
        </p:nvGraphicFramePr>
        <p:xfrm>
          <a:off x="8673081" y="1471310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2A4D03E-4136-09EB-1133-FBB93D6E2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78548"/>
              </p:ext>
            </p:extLst>
          </p:nvPr>
        </p:nvGraphicFramePr>
        <p:xfrm>
          <a:off x="8673081" y="2438058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69121B-14BE-B846-9E02-5E5345931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348719"/>
              </p:ext>
            </p:extLst>
          </p:nvPr>
        </p:nvGraphicFramePr>
        <p:xfrm>
          <a:off x="8673081" y="2921432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B8F64F-C72B-356F-2242-DA9DEAFF3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941669"/>
              </p:ext>
            </p:extLst>
          </p:nvPr>
        </p:nvGraphicFramePr>
        <p:xfrm>
          <a:off x="8034162" y="1395021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-32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A527B3A-87F4-0F6F-4815-B9FFACBC1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45931"/>
              </p:ext>
            </p:extLst>
          </p:nvPr>
        </p:nvGraphicFramePr>
        <p:xfrm>
          <a:off x="8477100" y="3404463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B8D2E20-7FE3-9E5B-10AD-3FF3C8A33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53031"/>
              </p:ext>
            </p:extLst>
          </p:nvPr>
        </p:nvGraphicFramePr>
        <p:xfrm>
          <a:off x="3586406" y="1405118"/>
          <a:ext cx="61353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53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-14 =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-14 =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-14 =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-14 =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AFC0A4-6F51-4E3B-26DC-D7D5C8C71DCB}"/>
              </a:ext>
            </a:extLst>
          </p:cNvPr>
          <p:cNvSpPr/>
          <p:nvPr/>
        </p:nvSpPr>
        <p:spPr>
          <a:xfrm>
            <a:off x="10105053" y="1451254"/>
            <a:ext cx="1448028" cy="184027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8C09A-73E1-1C16-24FE-82A477689F3C}"/>
              </a:ext>
            </a:extLst>
          </p:cNvPr>
          <p:cNvSpPr txBox="1"/>
          <p:nvPr/>
        </p:nvSpPr>
        <p:spPr>
          <a:xfrm>
            <a:off x="10339287" y="1047599"/>
            <a:ext cx="1559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Zero</a:t>
            </a:r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Skipping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4AE0E-AA86-0EBD-3475-7159A71A0CBD}"/>
              </a:ext>
            </a:extLst>
          </p:cNvPr>
          <p:cNvSpPr txBox="1"/>
          <p:nvPr/>
        </p:nvSpPr>
        <p:spPr>
          <a:xfrm>
            <a:off x="3202782" y="894267"/>
            <a:ext cx="1559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최적의 상수 더함</a:t>
            </a:r>
          </a:p>
        </p:txBody>
      </p:sp>
    </p:spTree>
    <p:extLst>
      <p:ext uri="{BB962C8B-B14F-4D97-AF65-F5344CB8AC3E}">
        <p14:creationId xmlns:p14="http://schemas.microsoft.com/office/powerpoint/2010/main" val="73237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7660C-B8E4-8B09-6BA0-CF099D79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8F2F5-C363-D9A1-112C-46A08732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3. SBR </a:t>
            </a:r>
            <a:r>
              <a:rPr lang="ko-KR" altLang="en-US" dirty="0">
                <a:solidFill>
                  <a:srgbClr val="2F5597"/>
                </a:solidFill>
              </a:rPr>
              <a:t>도식화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9CB0C5-9F56-34D0-70DB-AE3C207C383C}"/>
                  </a:ext>
                </a:extLst>
              </p:cNvPr>
              <p:cNvSpPr txBox="1"/>
              <p:nvPr/>
            </p:nvSpPr>
            <p:spPr>
              <a:xfrm>
                <a:off x="158620" y="3090446"/>
                <a:ext cx="2127380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4400"/>
                            <m:t>111101</m:t>
                          </m:r>
                        </m:e>
                        <m:sub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9CB0C5-9F56-34D0-70DB-AE3C207C3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20" y="3090446"/>
                <a:ext cx="2127380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9AE1832-0A27-11A3-AF2F-2CA342B96531}"/>
              </a:ext>
            </a:extLst>
          </p:cNvPr>
          <p:cNvCxnSpPr/>
          <p:nvPr/>
        </p:nvCxnSpPr>
        <p:spPr>
          <a:xfrm flipV="1">
            <a:off x="2556588" y="2155371"/>
            <a:ext cx="606490" cy="1175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2F5E434-7B8D-10A6-6F4A-626D5C8E3E51}"/>
              </a:ext>
            </a:extLst>
          </p:cNvPr>
          <p:cNvCxnSpPr/>
          <p:nvPr/>
        </p:nvCxnSpPr>
        <p:spPr>
          <a:xfrm>
            <a:off x="2556588" y="3312367"/>
            <a:ext cx="531845" cy="139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5C5E0A-D34E-9A63-696D-E1906F89C8D6}"/>
                  </a:ext>
                </a:extLst>
              </p:cNvPr>
              <p:cNvSpPr txBox="1"/>
              <p:nvPr/>
            </p:nvSpPr>
            <p:spPr>
              <a:xfrm>
                <a:off x="3110846" y="1478263"/>
                <a:ext cx="933062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1111</m:t>
                          </m:r>
                        </m:e>
                        <m:sub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5C5E0A-D34E-9A63-696D-E1906F89C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846" y="1478263"/>
                <a:ext cx="933062" cy="677108"/>
              </a:xfrm>
              <a:prstGeom prst="rect">
                <a:avLst/>
              </a:prstGeom>
              <a:blipFill>
                <a:blip r:embed="rId4"/>
                <a:stretch>
                  <a:fillRect r="-5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92C6DA-5170-EF89-19EA-129C4204EEC8}"/>
                  </a:ext>
                </a:extLst>
              </p:cNvPr>
              <p:cNvSpPr txBox="1"/>
              <p:nvPr/>
            </p:nvSpPr>
            <p:spPr>
              <a:xfrm>
                <a:off x="3110846" y="4671219"/>
                <a:ext cx="1669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0101</m:t>
                          </m:r>
                        </m:e>
                        <m:sub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92C6DA-5170-EF89-19EA-129C4204E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846" y="4671219"/>
                <a:ext cx="1669688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DB9234F-F3FE-09E9-644F-5E4A2D58055B}"/>
              </a:ext>
            </a:extLst>
          </p:cNvPr>
          <p:cNvCxnSpPr/>
          <p:nvPr/>
        </p:nvCxnSpPr>
        <p:spPr>
          <a:xfrm>
            <a:off x="4581331" y="1816817"/>
            <a:ext cx="10543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4EECB0A-CDA5-27ED-DA9A-9626B0E61591}"/>
              </a:ext>
            </a:extLst>
          </p:cNvPr>
          <p:cNvCxnSpPr>
            <a:cxnSpLocks/>
          </p:cNvCxnSpPr>
          <p:nvPr/>
        </p:nvCxnSpPr>
        <p:spPr>
          <a:xfrm>
            <a:off x="4581331" y="4999677"/>
            <a:ext cx="1013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8A7755-64DF-A3A2-4675-635DE19B5398}"/>
                  </a:ext>
                </a:extLst>
              </p:cNvPr>
              <p:cNvSpPr txBox="1"/>
              <p:nvPr/>
            </p:nvSpPr>
            <p:spPr>
              <a:xfrm>
                <a:off x="5635690" y="1509673"/>
                <a:ext cx="1669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  <m:sub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8A7755-64DF-A3A2-4675-635DE19B5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690" y="1509673"/>
                <a:ext cx="1669688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4DA8C0-A4FA-3C98-2205-693FE0A1ADFD}"/>
                  </a:ext>
                </a:extLst>
              </p:cNvPr>
              <p:cNvSpPr txBox="1"/>
              <p:nvPr/>
            </p:nvSpPr>
            <p:spPr>
              <a:xfrm>
                <a:off x="5639577" y="4671219"/>
                <a:ext cx="1669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1101</m:t>
                          </m:r>
                        </m:e>
                        <m:sub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4DA8C0-A4FA-3C98-2205-693FE0A1A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577" y="4671219"/>
                <a:ext cx="1669688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18D3D12-3BBE-BE2A-B12B-1AE06009AF9B}"/>
              </a:ext>
            </a:extLst>
          </p:cNvPr>
          <p:cNvCxnSpPr>
            <a:stCxn id="22" idx="3"/>
          </p:cNvCxnSpPr>
          <p:nvPr/>
        </p:nvCxnSpPr>
        <p:spPr>
          <a:xfrm>
            <a:off x="7305378" y="1848227"/>
            <a:ext cx="15493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7AC2AC2-8230-BDC2-1648-AEFF33A423E2}"/>
              </a:ext>
            </a:extLst>
          </p:cNvPr>
          <p:cNvCxnSpPr>
            <a:cxnSpLocks/>
          </p:cNvCxnSpPr>
          <p:nvPr/>
        </p:nvCxnSpPr>
        <p:spPr>
          <a:xfrm>
            <a:off x="7262178" y="4999677"/>
            <a:ext cx="1592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DA118E8-2EE3-750D-CEA2-E482C444E47E}"/>
              </a:ext>
            </a:extLst>
          </p:cNvPr>
          <p:cNvSpPr/>
          <p:nvPr/>
        </p:nvSpPr>
        <p:spPr>
          <a:xfrm>
            <a:off x="8854751" y="1464906"/>
            <a:ext cx="1408922" cy="677107"/>
          </a:xfrm>
          <a:prstGeom prst="round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MAC Units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EDFE1C4-9299-E338-0792-1A1DD89519EF}"/>
              </a:ext>
            </a:extLst>
          </p:cNvPr>
          <p:cNvSpPr/>
          <p:nvPr/>
        </p:nvSpPr>
        <p:spPr>
          <a:xfrm>
            <a:off x="8854751" y="4711959"/>
            <a:ext cx="1408922" cy="677107"/>
          </a:xfrm>
          <a:prstGeom prst="round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MAC Units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617F61-15FD-825E-9E47-803690E2F54E}"/>
              </a:ext>
            </a:extLst>
          </p:cNvPr>
          <p:cNvSpPr txBox="1"/>
          <p:nvPr/>
        </p:nvSpPr>
        <p:spPr>
          <a:xfrm>
            <a:off x="3110846" y="1309529"/>
            <a:ext cx="1339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MSB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8A437B-7098-4018-2F62-0C6646DCDB1E}"/>
              </a:ext>
            </a:extLst>
          </p:cNvPr>
          <p:cNvSpPr txBox="1"/>
          <p:nvPr/>
        </p:nvSpPr>
        <p:spPr>
          <a:xfrm>
            <a:off x="3110846" y="4407159"/>
            <a:ext cx="1339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LSB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78F5A0-DAD5-DCF9-232A-2F8CE8FA3DE3}"/>
              </a:ext>
            </a:extLst>
          </p:cNvPr>
          <p:cNvSpPr txBox="1"/>
          <p:nvPr/>
        </p:nvSpPr>
        <p:spPr>
          <a:xfrm>
            <a:off x="5800606" y="1309528"/>
            <a:ext cx="1339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MSB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F37B4A-F513-7E95-2F4A-796230077649}"/>
              </a:ext>
            </a:extLst>
          </p:cNvPr>
          <p:cNvSpPr txBox="1"/>
          <p:nvPr/>
        </p:nvSpPr>
        <p:spPr>
          <a:xfrm>
            <a:off x="5800606" y="4407159"/>
            <a:ext cx="1339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LSB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CF41D80-E1C9-5B4E-BFA8-2906C1356789}"/>
              </a:ext>
            </a:extLst>
          </p:cNvPr>
          <p:cNvCxnSpPr/>
          <p:nvPr/>
        </p:nvCxnSpPr>
        <p:spPr>
          <a:xfrm flipV="1">
            <a:off x="4450702" y="2286000"/>
            <a:ext cx="0" cy="24259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844FB12-864E-39B4-BAD2-458501F406A8}"/>
              </a:ext>
            </a:extLst>
          </p:cNvPr>
          <p:cNvSpPr txBox="1"/>
          <p:nvPr/>
        </p:nvSpPr>
        <p:spPr>
          <a:xfrm>
            <a:off x="4581331" y="3126762"/>
            <a:ext cx="905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Borrow 1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14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65A71-1663-7B3B-0903-3126A1A4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97893-BDE2-C238-E03C-EED3411F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3. SBR </a:t>
            </a:r>
            <a:r>
              <a:rPr lang="ko-KR" altLang="en-US" dirty="0">
                <a:solidFill>
                  <a:srgbClr val="2F5597"/>
                </a:solidFill>
              </a:rPr>
              <a:t>도식화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B25849A-2E13-9294-9EC4-3D6B32B3D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493341"/>
              </p:ext>
            </p:extLst>
          </p:nvPr>
        </p:nvGraphicFramePr>
        <p:xfrm>
          <a:off x="128555" y="3069000"/>
          <a:ext cx="378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4467573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95578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082712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263731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645034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146365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7426745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720105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6CC8BE9-9999-47E0-56DD-BF568227C39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908555" y="2080727"/>
            <a:ext cx="812735" cy="1240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EF92BA4-3D1A-5806-AE77-F13832366877}"/>
              </a:ext>
            </a:extLst>
          </p:cNvPr>
          <p:cNvCxnSpPr/>
          <p:nvPr/>
        </p:nvCxnSpPr>
        <p:spPr>
          <a:xfrm>
            <a:off x="3908555" y="3340359"/>
            <a:ext cx="812735" cy="1418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20E28AF-F143-A029-6F02-2C67CF4AC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32634"/>
              </p:ext>
            </p:extLst>
          </p:nvPr>
        </p:nvGraphicFramePr>
        <p:xfrm>
          <a:off x="4721290" y="1810727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831102F-ED71-E935-A0A4-762F12888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467704"/>
              </p:ext>
            </p:extLst>
          </p:nvPr>
        </p:nvGraphicFramePr>
        <p:xfrm>
          <a:off x="4721290" y="4488612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B90FF8D-78A0-87AF-4448-A859DEA9F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693448"/>
              </p:ext>
            </p:extLst>
          </p:nvPr>
        </p:nvGraphicFramePr>
        <p:xfrm>
          <a:off x="7336971" y="2529000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78D6AEA-2312-7B31-DF67-F773860A7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709991"/>
              </p:ext>
            </p:extLst>
          </p:nvPr>
        </p:nvGraphicFramePr>
        <p:xfrm>
          <a:off x="7336971" y="5256833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1403041-D3B3-8271-9D40-BDF37CDE4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528329"/>
              </p:ext>
            </p:extLst>
          </p:nvPr>
        </p:nvGraphicFramePr>
        <p:xfrm>
          <a:off x="7336971" y="1810727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83F565A-DE0A-72B0-4F72-74CE7905E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4204"/>
              </p:ext>
            </p:extLst>
          </p:nvPr>
        </p:nvGraphicFramePr>
        <p:xfrm>
          <a:off x="7336971" y="4488612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85EB64B-A90D-7CB7-CB36-36C22EF28024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6881290" y="2080727"/>
            <a:ext cx="455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33F3A7B-97BD-7E00-27A0-A014D2C95BF7}"/>
              </a:ext>
            </a:extLst>
          </p:cNvPr>
          <p:cNvCxnSpPr>
            <a:endCxn id="20" idx="1"/>
          </p:cNvCxnSpPr>
          <p:nvPr/>
        </p:nvCxnSpPr>
        <p:spPr>
          <a:xfrm>
            <a:off x="6881290" y="4758612"/>
            <a:ext cx="455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20F477E-8361-C6CD-BDA9-BC1D3A4C76BF}"/>
              </a:ext>
            </a:extLst>
          </p:cNvPr>
          <p:cNvCxnSpPr/>
          <p:nvPr/>
        </p:nvCxnSpPr>
        <p:spPr>
          <a:xfrm>
            <a:off x="9496971" y="2080727"/>
            <a:ext cx="5054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CE103E1-4546-E1BE-0604-8F0884E51CED}"/>
              </a:ext>
            </a:extLst>
          </p:cNvPr>
          <p:cNvCxnSpPr/>
          <p:nvPr/>
        </p:nvCxnSpPr>
        <p:spPr>
          <a:xfrm>
            <a:off x="9496971" y="4758612"/>
            <a:ext cx="496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E0E3A98E-5EB3-F6A8-B8AA-57E083C92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62085"/>
              </p:ext>
            </p:extLst>
          </p:nvPr>
        </p:nvGraphicFramePr>
        <p:xfrm>
          <a:off x="9993086" y="1810727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CA4B68D-E035-E370-6314-0CD254D03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972988"/>
              </p:ext>
            </p:extLst>
          </p:nvPr>
        </p:nvGraphicFramePr>
        <p:xfrm>
          <a:off x="9993086" y="4488612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6524431A-E966-E9CD-6C7F-CB55A5A1AB1B}"/>
              </a:ext>
            </a:extLst>
          </p:cNvPr>
          <p:cNvSpPr txBox="1"/>
          <p:nvPr/>
        </p:nvSpPr>
        <p:spPr>
          <a:xfrm>
            <a:off x="5292770" y="1422458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MSB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A08964-7FFF-EA7D-BA51-E2C3A8ACE574}"/>
              </a:ext>
            </a:extLst>
          </p:cNvPr>
          <p:cNvSpPr txBox="1"/>
          <p:nvPr/>
        </p:nvSpPr>
        <p:spPr>
          <a:xfrm>
            <a:off x="5292771" y="4049485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LSB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F169F7-ECE9-6AB3-A613-51DF0812F396}"/>
              </a:ext>
            </a:extLst>
          </p:cNvPr>
          <p:cNvSpPr txBox="1"/>
          <p:nvPr/>
        </p:nvSpPr>
        <p:spPr>
          <a:xfrm>
            <a:off x="7908452" y="1422458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MSB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C81804-3F8F-C488-9115-BC490FFF23D8}"/>
              </a:ext>
            </a:extLst>
          </p:cNvPr>
          <p:cNvSpPr txBox="1"/>
          <p:nvPr/>
        </p:nvSpPr>
        <p:spPr>
          <a:xfrm>
            <a:off x="10564567" y="1422458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MSB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134269-0D62-F317-3536-37888AAB7702}"/>
              </a:ext>
            </a:extLst>
          </p:cNvPr>
          <p:cNvSpPr txBox="1"/>
          <p:nvPr/>
        </p:nvSpPr>
        <p:spPr>
          <a:xfrm>
            <a:off x="7908451" y="4049484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LSB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C835F5-A700-5490-999E-EB608DA78B7B}"/>
              </a:ext>
            </a:extLst>
          </p:cNvPr>
          <p:cNvSpPr txBox="1"/>
          <p:nvPr/>
        </p:nvSpPr>
        <p:spPr>
          <a:xfrm>
            <a:off x="10564567" y="4049483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LSB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08E36-2505-9BB0-2102-D936530B4684}"/>
              </a:ext>
            </a:extLst>
          </p:cNvPr>
          <p:cNvSpPr txBox="1"/>
          <p:nvPr/>
        </p:nvSpPr>
        <p:spPr>
          <a:xfrm>
            <a:off x="6881290" y="2546291"/>
            <a:ext cx="455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+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1266E9-DF32-2187-6C18-EBDF4DEB6082}"/>
              </a:ext>
            </a:extLst>
          </p:cNvPr>
          <p:cNvSpPr txBox="1"/>
          <p:nvPr/>
        </p:nvSpPr>
        <p:spPr>
          <a:xfrm>
            <a:off x="6881289" y="5256833"/>
            <a:ext cx="455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+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C46FBC-A1D9-5D37-9D90-DAE4BD958A97}"/>
              </a:ext>
            </a:extLst>
          </p:cNvPr>
          <p:cNvSpPr txBox="1"/>
          <p:nvPr/>
        </p:nvSpPr>
        <p:spPr>
          <a:xfrm>
            <a:off x="7744408" y="3209681"/>
            <a:ext cx="1492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Borrow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0121801-C1C5-159B-AB2C-5116F042DBB5}"/>
              </a:ext>
            </a:extLst>
          </p:cNvPr>
          <p:cNvCxnSpPr>
            <a:stCxn id="54" idx="0"/>
            <a:endCxn id="52" idx="2"/>
          </p:cNvCxnSpPr>
          <p:nvPr/>
        </p:nvCxnSpPr>
        <p:spPr>
          <a:xfrm flipV="1">
            <a:off x="7109130" y="3007956"/>
            <a:ext cx="1" cy="22488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AA2607F-812F-3EDB-CEAB-38E435E23A46}"/>
              </a:ext>
            </a:extLst>
          </p:cNvPr>
          <p:cNvSpPr txBox="1"/>
          <p:nvPr/>
        </p:nvSpPr>
        <p:spPr>
          <a:xfrm>
            <a:off x="10323647" y="2571892"/>
            <a:ext cx="1498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Zero-Bit Slice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59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10483</TotalTime>
  <Words>566</Words>
  <Application>Microsoft Office PowerPoint</Application>
  <PresentationFormat>와이드스크린</PresentationFormat>
  <Paragraphs>432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Noto Sans Symbols</vt:lpstr>
      <vt:lpstr>Malgun Gothic</vt:lpstr>
      <vt:lpstr>Malgun Gothic</vt:lpstr>
      <vt:lpstr>Arial</vt:lpstr>
      <vt:lpstr>Calibri</vt:lpstr>
      <vt:lpstr>Cambria Math</vt:lpstr>
      <vt:lpstr>Office 테마</vt:lpstr>
      <vt:lpstr>26.04.06.세미나</vt:lpstr>
      <vt:lpstr>1. RA 알고리즘 도식화</vt:lpstr>
      <vt:lpstr>2. ZS 알고리즘 도식화</vt:lpstr>
      <vt:lpstr>3. SBR 도식화</vt:lpstr>
      <vt:lpstr>3. SBR 도식화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Winograd Structured Pruning</dc:title>
  <dc:creator>Windows 사용자</dc:creator>
  <cp:lastModifiedBy>최성우</cp:lastModifiedBy>
  <cp:revision>1231</cp:revision>
  <dcterms:created xsi:type="dcterms:W3CDTF">2019-09-23T01:49:16Z</dcterms:created>
  <dcterms:modified xsi:type="dcterms:W3CDTF">2026-05-16T15:49:02Z</dcterms:modified>
</cp:coreProperties>
</file>