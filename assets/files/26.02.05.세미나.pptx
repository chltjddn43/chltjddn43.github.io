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2357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81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632258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3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927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80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664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7579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04069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308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7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CD3936F-1553-4E13-9C18-D3FBA3A25FB8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E6C65F7-28D7-41C5-BD19-09FA60D89E5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06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FE1D04-B239-1276-C8AE-5580E5E894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시뮬레이터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C7D431-0E53-37FA-C651-C8A947E6BB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26.02.05 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3169567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885C8C-1B84-3464-052E-4E7999A8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1D3F01-88BC-EB71-04B8-100294233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1. </a:t>
            </a:r>
            <a:r>
              <a:rPr lang="ko-KR" altLang="en-US" sz="1800" dirty="0"/>
              <a:t>어떤 시뮬레이터를 선정했나</a:t>
            </a:r>
            <a:endParaRPr lang="en-US" altLang="ko-KR" sz="1800" dirty="0"/>
          </a:p>
          <a:p>
            <a:r>
              <a:rPr lang="en-US" altLang="ko-KR" sz="1800" dirty="0"/>
              <a:t>2. </a:t>
            </a:r>
            <a:r>
              <a:rPr lang="ko-KR" altLang="en-US" sz="1800" dirty="0"/>
              <a:t>왜 이 시뮬레이터를 선정했나</a:t>
            </a:r>
            <a:endParaRPr lang="en-US" altLang="ko-KR" sz="1800" dirty="0"/>
          </a:p>
          <a:p>
            <a:r>
              <a:rPr lang="en-US" altLang="ko-KR" sz="1800" dirty="0"/>
              <a:t>3. </a:t>
            </a:r>
            <a:r>
              <a:rPr lang="ko-KR" altLang="en-US" sz="1800" dirty="0"/>
              <a:t>코드의 어떤 부분을 수정하고 싶나</a:t>
            </a:r>
          </a:p>
        </p:txBody>
      </p:sp>
    </p:spTree>
    <p:extLst>
      <p:ext uri="{BB962C8B-B14F-4D97-AF65-F5344CB8AC3E}">
        <p14:creationId xmlns:p14="http://schemas.microsoft.com/office/powerpoint/2010/main" val="22331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1DAB91-587F-B3A5-14F5-37276DA99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5" y="791570"/>
            <a:ext cx="5303520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어떤 시뮬레이터를 선정했나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43F63B-484D-3DAD-D9FF-BBA0A8B41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794088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1309A-C211-5760-04AB-E90882928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dirty="0"/>
              <a:t>어떤 시뮬레이터를 선정했나</a:t>
            </a:r>
            <a:br>
              <a:rPr lang="en-US" altLang="ko-KR" dirty="0"/>
            </a:b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61040D3-979F-1637-B154-1EEC98B284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1111852"/>
              </p:ext>
            </p:extLst>
          </p:nvPr>
        </p:nvGraphicFramePr>
        <p:xfrm>
          <a:off x="1371600" y="2459290"/>
          <a:ext cx="9601201" cy="3234825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638779">
                  <a:extLst>
                    <a:ext uri="{9D8B030D-6E8A-4147-A177-3AD203B41FA5}">
                      <a16:colId xmlns:a16="http://schemas.microsoft.com/office/drawing/2014/main" val="1978785800"/>
                    </a:ext>
                  </a:extLst>
                </a:gridCol>
                <a:gridCol w="3496357">
                  <a:extLst>
                    <a:ext uri="{9D8B030D-6E8A-4147-A177-3AD203B41FA5}">
                      <a16:colId xmlns:a16="http://schemas.microsoft.com/office/drawing/2014/main" val="3799770564"/>
                    </a:ext>
                  </a:extLst>
                </a:gridCol>
                <a:gridCol w="3466065">
                  <a:extLst>
                    <a:ext uri="{9D8B030D-6E8A-4147-A177-3AD203B41FA5}">
                      <a16:colId xmlns:a16="http://schemas.microsoft.com/office/drawing/2014/main" val="2591909850"/>
                    </a:ext>
                  </a:extLst>
                </a:gridCol>
              </a:tblGrid>
              <a:tr h="46398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비교 항목</a:t>
                      </a:r>
                      <a:endParaRPr lang="ko-KR" altLang="en-US" sz="1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7432" marR="98025" marT="98025" marB="980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SCALE-Sim (Systolic Array Simulator)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7432" marR="98025" marT="98025" marB="980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NeuSim (NeuCloud/</a:t>
                      </a:r>
                      <a:r>
                        <a:rPr lang="ko-KR" altLang="en-US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가상화 기반</a:t>
                      </a:r>
                      <a:r>
                        <a:rPr lang="en-US" altLang="ko-KR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sz="1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7432" marR="98025" marT="98025" marB="980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609008"/>
                  </a:ext>
                </a:extLst>
              </a:tr>
              <a:tr h="6927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주요 목적</a:t>
                      </a:r>
                      <a:endParaRPr lang="ko-KR" altLang="en-US" sz="1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7432" marR="98025" marT="98025" marB="980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하드웨어 아키텍처</a:t>
                      </a: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컴퓨팅 코어</a:t>
                      </a: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설계 및 분석</a:t>
                      </a:r>
                    </a:p>
                  </a:txBody>
                  <a:tcPr marL="127432" marR="98025" marT="98025" marB="980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시스템 가상화</a:t>
                      </a: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멀티테넌시</a:t>
                      </a: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자원 할당</a:t>
                      </a:r>
                    </a:p>
                  </a:txBody>
                  <a:tcPr marL="127432" marR="98025" marT="98025" marB="980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347366"/>
                  </a:ext>
                </a:extLst>
              </a:tr>
              <a:tr h="6927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분석 단위</a:t>
                      </a:r>
                      <a:endParaRPr lang="ko-KR" altLang="en-US" sz="1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7432" marR="98025" marT="98025" marB="980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Cycle-accurate (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클락 단위 연산</a:t>
                      </a: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메모리 분석</a:t>
                      </a: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27432" marR="98025" marT="98025" marB="980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Task/Operator 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단위 </a:t>
                      </a: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스케줄링 및 격리 성능</a:t>
                      </a: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27432" marR="98025" marT="98025" marB="980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889259"/>
                  </a:ext>
                </a:extLst>
              </a:tr>
              <a:tr h="6927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DFX</a:t>
                      </a:r>
                      <a:r>
                        <a:rPr lang="ko-KR" altLang="en-US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와의 연관성</a:t>
                      </a:r>
                      <a:endParaRPr lang="ko-KR" altLang="en-US" sz="1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7432" marR="98025" marT="98025" marB="980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DFX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의 </a:t>
                      </a:r>
                      <a:r>
                        <a:rPr lang="ko-KR" altLang="en-US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커스텀 컴퓨팅 코어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연산 효율 측정 가능</a:t>
                      </a:r>
                    </a:p>
                  </a:txBody>
                  <a:tcPr marL="127432" marR="98025" marT="98025" marB="980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DFX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를 클라우드에서 </a:t>
                      </a:r>
                      <a:r>
                        <a:rPr lang="ko-KR" altLang="en-US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여러 명이 공유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할 때 유용</a:t>
                      </a:r>
                    </a:p>
                  </a:txBody>
                  <a:tcPr marL="127432" marR="98025" marT="98025" marB="980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720614"/>
                  </a:ext>
                </a:extLst>
              </a:tr>
              <a:tr h="6927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적합한 단계</a:t>
                      </a:r>
                      <a:endParaRPr lang="ko-KR" altLang="en-US" sz="1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7432" marR="98025" marT="98025" marB="980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가속기 아키텍처 설계 및 최적화 단계</a:t>
                      </a:r>
                    </a:p>
                  </a:txBody>
                  <a:tcPr marL="127432" marR="98025" marT="98025" marB="980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가속기를 서버</a:t>
                      </a:r>
                      <a:r>
                        <a:rPr lang="en-US" altLang="ko-KR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클라우드에 배포 및 관리하는 단계</a:t>
                      </a:r>
                    </a:p>
                  </a:txBody>
                  <a:tcPr marL="127432" marR="98025" marT="98025" marB="980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86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591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EB0E4-6929-4679-7B37-48D80859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3349"/>
          </a:xfrm>
        </p:spPr>
        <p:txBody>
          <a:bodyPr/>
          <a:lstStyle/>
          <a:p>
            <a:r>
              <a:rPr lang="ko-KR" altLang="en-US" dirty="0"/>
              <a:t>어떤 시뮬레이터를 선정했나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F43786-BBDD-6C79-7F17-228986647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1523"/>
            <a:ext cx="9601200" cy="4135877"/>
          </a:xfrm>
        </p:spPr>
        <p:txBody>
          <a:bodyPr/>
          <a:lstStyle/>
          <a:p>
            <a:r>
              <a:rPr lang="en-US" altLang="ko-KR" dirty="0"/>
              <a:t>FPGA </a:t>
            </a:r>
            <a:r>
              <a:rPr lang="ko-KR" altLang="en-US" dirty="0"/>
              <a:t>내부의 </a:t>
            </a:r>
            <a:r>
              <a:rPr lang="en-US" altLang="ko-KR" dirty="0"/>
              <a:t>SA </a:t>
            </a:r>
            <a:r>
              <a:rPr lang="ko-KR" altLang="en-US" dirty="0"/>
              <a:t>크기</a:t>
            </a:r>
            <a:r>
              <a:rPr lang="en-US" altLang="ko-KR" dirty="0"/>
              <a:t>, SRAM </a:t>
            </a:r>
            <a:r>
              <a:rPr lang="ko-KR" altLang="en-US" dirty="0"/>
              <a:t>버퍼</a:t>
            </a:r>
            <a:r>
              <a:rPr lang="en-US" altLang="ko-KR" dirty="0"/>
              <a:t>, </a:t>
            </a:r>
            <a:r>
              <a:rPr lang="ko-KR" altLang="en-US" dirty="0"/>
              <a:t>단일 노드의 연산 시간 </a:t>
            </a:r>
            <a:br>
              <a:rPr lang="en-US" altLang="ko-KR" dirty="0"/>
            </a:br>
            <a:r>
              <a:rPr lang="en-US" altLang="ko-KR" dirty="0"/>
              <a:t>-&gt; SCALE-Sim</a:t>
            </a:r>
          </a:p>
          <a:p>
            <a:r>
              <a:rPr lang="ko-KR" altLang="en-US" dirty="0"/>
              <a:t>링 토폴로지와 같은 토폴로지를 설정해서 전체 텍스트 생성 지연 구하기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en-US" altLang="ko-KR" dirty="0" err="1"/>
              <a:t>NeuSim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9698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78FCD-A8B5-CA9A-2EFA-9F40606D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FFDFE82-9979-8BFB-A440-946D6547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91570"/>
            <a:ext cx="4882415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왜 이 시뮬레이터를 선정했나</a:t>
            </a:r>
            <a:br>
              <a:rPr lang="en-US" altLang="ko-KR" sz="5400" dirty="0">
                <a:solidFill>
                  <a:schemeClr val="bg2"/>
                </a:solidFill>
              </a:rPr>
            </a:b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18A9D1-FEEA-5F81-0814-FE91D7C55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559539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29012-8CFF-CE0B-D71E-53DFDA0A3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5905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왜 이 시뮬레이터를 선정했나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FB720A-15E0-4F50-DFB8-ECC2FE832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40042"/>
            <a:ext cx="9601200" cy="4327358"/>
          </a:xfrm>
        </p:spPr>
        <p:txBody>
          <a:bodyPr/>
          <a:lstStyle/>
          <a:p>
            <a:r>
              <a:rPr lang="ko-KR" altLang="en-US" dirty="0"/>
              <a:t>개인적으로 네트워크보다는 하드웨어 설계를 더 중점으로 해보고 싶어서 </a:t>
            </a:r>
            <a:r>
              <a:rPr lang="en-US" altLang="ko-KR" dirty="0"/>
              <a:t>SCALE-Sim</a:t>
            </a:r>
            <a:r>
              <a:rPr lang="ko-KR" altLang="en-US" dirty="0"/>
              <a:t>을 사용해서 설계를 해보고 싶다</a:t>
            </a:r>
          </a:p>
        </p:txBody>
      </p:sp>
    </p:spTree>
    <p:extLst>
      <p:ext uri="{BB962C8B-B14F-4D97-AF65-F5344CB8AC3E}">
        <p14:creationId xmlns:p14="http://schemas.microsoft.com/office/powerpoint/2010/main" val="1416113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7E061F-AC72-2A28-033C-0BADD003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코드의 어떤 부분을 수정하고 싶나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8CB69B-47FC-731A-ADE6-4F0C13F2E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429692000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193</TotalTime>
  <Words>181</Words>
  <Application>Microsoft Office PowerPoint</Application>
  <PresentationFormat>와이드스크린</PresentationFormat>
  <Paragraphs>30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Google Sans Text</vt:lpstr>
      <vt:lpstr>Franklin Gothic Book</vt:lpstr>
      <vt:lpstr>자르기</vt:lpstr>
      <vt:lpstr>시뮬레이터 </vt:lpstr>
      <vt:lpstr>목차</vt:lpstr>
      <vt:lpstr>어떤 시뮬레이터를 선정했나 </vt:lpstr>
      <vt:lpstr>어떤 시뮬레이터를 선정했나 </vt:lpstr>
      <vt:lpstr>어떤 시뮬레이터를 선정했나</vt:lpstr>
      <vt:lpstr>왜 이 시뮬레이터를 선정했나  </vt:lpstr>
      <vt:lpstr>왜 이 시뮬레이터를 선정했나 </vt:lpstr>
      <vt:lpstr>코드의 어떤 부분을 수정하고 싶나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3</cp:revision>
  <dcterms:created xsi:type="dcterms:W3CDTF">2026-02-05T03:04:04Z</dcterms:created>
  <dcterms:modified xsi:type="dcterms:W3CDTF">2026-02-05T10:46:46Z</dcterms:modified>
</cp:coreProperties>
</file>