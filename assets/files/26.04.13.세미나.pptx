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579" r:id="rId2"/>
    <p:sldId id="634" r:id="rId3"/>
    <p:sldId id="628" r:id="rId4"/>
    <p:sldId id="631" r:id="rId5"/>
    <p:sldId id="632" r:id="rId6"/>
    <p:sldId id="633" r:id="rId7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3434"/>
    <a:srgbClr val="2F5597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C62221-B449-4CD4-AD9D-870DE0025037}" v="3" dt="2026-05-19T16:12:31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125" Type="http://schemas.microsoft.com/office/2015/10/relationships/revisionInfo" Target="revisionInfo.xml"/><Relationship Id="rId7" Type="http://schemas.openxmlformats.org/officeDocument/2006/relationships/slide" Target="slides/slide6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5-19T17:38:33.192" v="1787" actId="20577"/>
      <pc:docMkLst>
        <pc:docMk/>
      </pc:docMkLst>
      <pc:sldChg chg="addSp delSp modSp mod">
        <pc:chgData name="성우 최" userId="b39b9c6800b01a47" providerId="LiveId" clId="{86918D44-C542-442D-8291-F46EC03904AF}" dt="2026-05-19T16:11:49.445" v="1540" actId="22"/>
        <pc:sldMkLst>
          <pc:docMk/>
          <pc:sldMk cId="3241675538" sldId="579"/>
        </pc:sldMkLst>
        <pc:spChg chg="mod">
          <ac:chgData name="성우 최" userId="b39b9c6800b01a47" providerId="LiveId" clId="{86918D44-C542-442D-8291-F46EC03904AF}" dt="2026-05-16T15:49:34.392" v="1521" actId="20577"/>
          <ac:spMkLst>
            <pc:docMk/>
            <pc:sldMk cId="3241675538" sldId="579"/>
            <ac:spMk id="2" creationId="{00000000-0000-0000-0000-000000000000}"/>
          </ac:spMkLst>
        </pc:spChg>
        <pc:spChg chg="add del">
          <ac:chgData name="성우 최" userId="b39b9c6800b01a47" providerId="LiveId" clId="{86918D44-C542-442D-8291-F46EC03904AF}" dt="2026-05-19T16:11:49.445" v="1540" actId="22"/>
          <ac:spMkLst>
            <pc:docMk/>
            <pc:sldMk cId="3241675538" sldId="579"/>
            <ac:spMk id="5" creationId="{E77DED50-ECAA-0C6C-B9FC-A3D2AB804D84}"/>
          </ac:spMkLst>
        </pc:spChg>
      </pc:sldChg>
      <pc:sldChg chg="modSp mod">
        <pc:chgData name="성우 최" userId="b39b9c6800b01a47" providerId="LiveId" clId="{86918D44-C542-442D-8291-F46EC03904AF}" dt="2026-05-16T15:50:16.258" v="1538" actId="20577"/>
        <pc:sldMkLst>
          <pc:docMk/>
          <pc:sldMk cId="3286381614" sldId="633"/>
        </pc:sldMkLst>
        <pc:spChg chg="mod">
          <ac:chgData name="성우 최" userId="b39b9c6800b01a47" providerId="LiveId" clId="{86918D44-C542-442D-8291-F46EC03904AF}" dt="2026-05-16T15:50:16.258" v="1538" actId="20577"/>
          <ac:spMkLst>
            <pc:docMk/>
            <pc:sldMk cId="3286381614" sldId="633"/>
            <ac:spMk id="2" creationId="{D9CB1111-4944-CC0F-B78F-25F5453A9C7E}"/>
          </ac:spMkLst>
        </pc:spChg>
      </pc:sldChg>
      <pc:sldChg chg="modSp add mod">
        <pc:chgData name="성우 최" userId="b39b9c6800b01a47" providerId="LiveId" clId="{86918D44-C542-442D-8291-F46EC03904AF}" dt="2026-05-19T17:38:33.192" v="1787" actId="20577"/>
        <pc:sldMkLst>
          <pc:docMk/>
          <pc:sldMk cId="846647448" sldId="634"/>
        </pc:sldMkLst>
        <pc:spChg chg="mod">
          <ac:chgData name="성우 최" userId="b39b9c6800b01a47" providerId="LiveId" clId="{86918D44-C542-442D-8291-F46EC03904AF}" dt="2026-05-19T16:12:36.698" v="1568" actId="20577"/>
          <ac:spMkLst>
            <pc:docMk/>
            <pc:sldMk cId="846647448" sldId="634"/>
            <ac:spMk id="2" creationId="{AF4FF169-BD3A-7F72-BA8E-9DF65D87F001}"/>
          </ac:spMkLst>
        </pc:spChg>
        <pc:spChg chg="mod">
          <ac:chgData name="성우 최" userId="b39b9c6800b01a47" providerId="LiveId" clId="{86918D44-C542-442D-8291-F46EC03904AF}" dt="2026-05-19T17:38:33.192" v="1787" actId="20577"/>
          <ac:spMkLst>
            <pc:docMk/>
            <pc:sldMk cId="846647448" sldId="634"/>
            <ac:spMk id="6" creationId="{EBE37C29-BE2D-02B2-CB82-F09AB08495B9}"/>
          </ac:spMkLst>
        </pc:spChg>
      </pc:sldChg>
      <pc:sldChg chg="modSp add del mod">
        <pc:chgData name="성우 최" userId="b39b9c6800b01a47" providerId="LiveId" clId="{86918D44-C542-442D-8291-F46EC03904AF}" dt="2026-05-19T16:12:29.714" v="1555" actId="47"/>
        <pc:sldMkLst>
          <pc:docMk/>
          <pc:sldMk cId="3672667582" sldId="634"/>
        </pc:sldMkLst>
        <pc:spChg chg="mod">
          <ac:chgData name="성우 최" userId="b39b9c6800b01a47" providerId="LiveId" clId="{86918D44-C542-442D-8291-F46EC03904AF}" dt="2026-05-19T16:12:04.732" v="1554" actId="20577"/>
          <ac:spMkLst>
            <pc:docMk/>
            <pc:sldMk cId="3672667582" sldId="634"/>
            <ac:spMk id="2" creationId="{D3EA6D8D-7D2C-1D2C-45A2-C04DE85BE58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C28A8-D27A-C779-215E-39889C5D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ACA957-2355-6BEE-21AD-722351DC7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4DECAC-2D8E-2018-64F4-68414DCB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29544-34D8-C919-C665-864BD9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536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717A-0975-F536-541A-B6E64FB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E1EF5A-3B16-BEEB-8D5B-6FABC5165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8AD77-A8F8-3027-729C-B0D3D1B2C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9CED3-51FF-AD71-F118-E79CEDB44A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917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1FFF1-2C6F-DE9B-8B6D-4FD936A9B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FF02AE-5694-6128-C7DC-745E26149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B268D4-413B-68BC-4034-CE4D566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F468E-290F-00DE-1EED-F4E31F751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27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13"/>
          <p:cNvGrpSpPr/>
          <p:nvPr/>
        </p:nvGrpSpPr>
        <p:grpSpPr>
          <a:xfrm>
            <a:off x="0" y="-9039"/>
            <a:ext cx="12192000" cy="6604001"/>
            <a:chOff x="0" y="234950"/>
            <a:chExt cx="12192000" cy="6604001"/>
          </a:xfrm>
        </p:grpSpPr>
        <p:pic>
          <p:nvPicPr>
            <p:cNvPr id="38" name="Google Shape;38;p13"/>
            <p:cNvPicPr preferRelativeResize="0"/>
            <p:nvPr/>
          </p:nvPicPr>
          <p:blipFill rotWithShape="1">
            <a:blip r:embed="rId2">
              <a:alphaModFix/>
            </a:blip>
            <a:srcRect l="5451" r="6823"/>
            <a:stretch/>
          </p:blipFill>
          <p:spPr>
            <a:xfrm>
              <a:off x="0" y="244220"/>
              <a:ext cx="12192000" cy="65854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" name="Google Shape;39;p13"/>
            <p:cNvSpPr/>
            <p:nvPr/>
          </p:nvSpPr>
          <p:spPr>
            <a:xfrm>
              <a:off x="0" y="234950"/>
              <a:ext cx="12192000" cy="6604001"/>
            </a:xfrm>
            <a:prstGeom prst="rect">
              <a:avLst/>
            </a:prstGeom>
            <a:solidFill>
              <a:schemeClr val="lt1">
                <a:alpha val="7490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0" name="Google Shape;40;p13"/>
          <p:cNvSpPr/>
          <p:nvPr/>
        </p:nvSpPr>
        <p:spPr>
          <a:xfrm>
            <a:off x="0" y="6306831"/>
            <a:ext cx="12192000" cy="576263"/>
          </a:xfrm>
          <a:custGeom>
            <a:avLst/>
            <a:gdLst/>
            <a:ahLst/>
            <a:cxnLst/>
            <a:rect l="l" t="t" r="r" b="b"/>
            <a:pathLst>
              <a:path w="12192000" h="825500" extrusionOk="0">
                <a:moveTo>
                  <a:pt x="6096000" y="0"/>
                </a:moveTo>
                <a:lnTo>
                  <a:pt x="12192000" y="323850"/>
                </a:lnTo>
                <a:lnTo>
                  <a:pt x="12192000" y="825500"/>
                </a:lnTo>
                <a:lnTo>
                  <a:pt x="0" y="825500"/>
                </a:lnTo>
                <a:lnTo>
                  <a:pt x="0" y="323850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1" name="Google Shape;41;p13" descr="yonsei university logo에 대한 이미지 검색결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318" y="4913077"/>
            <a:ext cx="1404000" cy="14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3"/>
          <p:cNvSpPr/>
          <p:nvPr/>
        </p:nvSpPr>
        <p:spPr>
          <a:xfrm>
            <a:off x="4542518" y="231"/>
            <a:ext cx="3106964" cy="2465874"/>
          </a:xfrm>
          <a:custGeom>
            <a:avLst/>
            <a:gdLst/>
            <a:ahLst/>
            <a:cxnLst/>
            <a:rect l="l" t="t" r="r" b="b"/>
            <a:pathLst>
              <a:path w="3106964" h="2465874" extrusionOk="0">
                <a:moveTo>
                  <a:pt x="82" y="0"/>
                </a:moveTo>
                <a:lnTo>
                  <a:pt x="3106882" y="0"/>
                </a:lnTo>
                <a:lnTo>
                  <a:pt x="3106882" y="561974"/>
                </a:lnTo>
                <a:lnTo>
                  <a:pt x="3106964" y="561974"/>
                </a:lnTo>
                <a:lnTo>
                  <a:pt x="3106964" y="1529381"/>
                </a:lnTo>
                <a:lnTo>
                  <a:pt x="3106964" y="1529382"/>
                </a:lnTo>
                <a:lnTo>
                  <a:pt x="3106961" y="1529382"/>
                </a:lnTo>
                <a:lnTo>
                  <a:pt x="1553482" y="2465874"/>
                </a:lnTo>
                <a:lnTo>
                  <a:pt x="2" y="1529382"/>
                </a:lnTo>
                <a:lnTo>
                  <a:pt x="0" y="1529382"/>
                </a:lnTo>
                <a:lnTo>
                  <a:pt x="0" y="1529380"/>
                </a:lnTo>
                <a:lnTo>
                  <a:pt x="0" y="561974"/>
                </a:lnTo>
                <a:lnTo>
                  <a:pt x="82" y="561974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rgbClr val="1424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rgbClr val="2C529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5" name="Google Shape;45;p13"/>
          <p:cNvPicPr preferRelativeResize="0"/>
          <p:nvPr/>
        </p:nvPicPr>
        <p:blipFill rotWithShape="1">
          <a:blip r:embed="rId4">
            <a:alphaModFix/>
          </a:blip>
          <a:srcRect l="4369" t="25610" r="8252" b="8536"/>
          <a:stretch/>
        </p:blipFill>
        <p:spPr>
          <a:xfrm>
            <a:off x="9576106" y="5577112"/>
            <a:ext cx="2463494" cy="7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26.04.13.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Overview</a:t>
            </a:r>
            <a:endParaRPr lang="ko-KR" altLang="en-US" dirty="0">
              <a:solidFill>
                <a:srgbClr val="2F5597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BE37C29-BE2D-02B2-CB82-F09AB08495B9}"/>
              </a:ext>
            </a:extLst>
          </p:cNvPr>
          <p:cNvSpPr txBox="1">
            <a:spLocks/>
          </p:cNvSpPr>
          <p:nvPr/>
        </p:nvSpPr>
        <p:spPr>
          <a:xfrm>
            <a:off x="350651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BBS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도식화 그림 업데이트하기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SBR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도식화 그림 업데이트하기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BADA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비트 슬라이스 도식화하기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647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RA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FF1DEE-599B-AA58-FFE8-4D909AE7C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73096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C4C3DE6-1698-CB43-2925-FA1399B5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3288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5528960-1B8A-BA32-9B46-DB00B54D0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894031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B155A02-22AA-5EE5-59C9-B58723AC3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451052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DED23FA-3015-24FF-26DA-1F7618265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96750"/>
              </p:ext>
            </p:extLst>
          </p:nvPr>
        </p:nvGraphicFramePr>
        <p:xfrm>
          <a:off x="4423213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E9B6555-73D6-11F6-BC73-08A3B418B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554269"/>
              </p:ext>
            </p:extLst>
          </p:nvPr>
        </p:nvGraphicFramePr>
        <p:xfrm>
          <a:off x="4423213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8886435E-214E-43DA-09B0-36BF3AE6F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771837"/>
              </p:ext>
            </p:extLst>
          </p:nvPr>
        </p:nvGraphicFramePr>
        <p:xfrm>
          <a:off x="4423213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BC590332-63B7-62C0-2F9F-301B57993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59893"/>
              </p:ext>
            </p:extLst>
          </p:nvPr>
        </p:nvGraphicFramePr>
        <p:xfrm>
          <a:off x="4423213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9461EAF-0560-70DE-511A-95AE2BAF5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295676"/>
              </p:ext>
            </p:extLst>
          </p:nvPr>
        </p:nvGraphicFramePr>
        <p:xfrm>
          <a:off x="9033081" y="1481407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DD2EDBA-9E92-E1CC-3E78-9FC623F49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99228"/>
              </p:ext>
            </p:extLst>
          </p:nvPr>
        </p:nvGraphicFramePr>
        <p:xfrm>
          <a:off x="9033081" y="1964781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9745271-4373-7387-F8D9-DE979BC9E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4690933"/>
              </p:ext>
            </p:extLst>
          </p:nvPr>
        </p:nvGraphicFramePr>
        <p:xfrm>
          <a:off x="9033081" y="2448155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F5F292B-B835-E3F8-72C3-1B1509ADB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184665"/>
              </p:ext>
            </p:extLst>
          </p:nvPr>
        </p:nvGraphicFramePr>
        <p:xfrm>
          <a:off x="9033081" y="2931529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C009B593-998F-BCEC-2237-9C57E3276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831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D31036-33D1-6BB1-4A7A-4413D9F9A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666392"/>
              </p:ext>
            </p:extLst>
          </p:nvPr>
        </p:nvGraphicFramePr>
        <p:xfrm>
          <a:off x="370257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967859-C9AE-E716-6557-135CB533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562457"/>
              </p:ext>
            </p:extLst>
          </p:nvPr>
        </p:nvGraphicFramePr>
        <p:xfrm>
          <a:off x="846781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1D5177-07D0-F5D8-9D89-A2E8B21D936B}"/>
              </a:ext>
            </a:extLst>
          </p:cNvPr>
          <p:cNvSpPr/>
          <p:nvPr/>
        </p:nvSpPr>
        <p:spPr>
          <a:xfrm>
            <a:off x="5852589" y="1481407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BA24313-CE1D-3D8C-662C-0C2D3E17CE51}"/>
              </a:ext>
            </a:extLst>
          </p:cNvPr>
          <p:cNvCxnSpPr/>
          <p:nvPr/>
        </p:nvCxnSpPr>
        <p:spPr>
          <a:xfrm>
            <a:off x="4760908" y="1481407"/>
            <a:ext cx="391885" cy="18677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E50A6A3-D433-2495-7F4F-D0140BF85923}"/>
              </a:ext>
            </a:extLst>
          </p:cNvPr>
          <p:cNvCxnSpPr/>
          <p:nvPr/>
        </p:nvCxnSpPr>
        <p:spPr>
          <a:xfrm flipH="1">
            <a:off x="4760908" y="1481407"/>
            <a:ext cx="391885" cy="181012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EAF33589-4753-EB2D-E4B5-01906238E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126207"/>
              </p:ext>
            </p:extLst>
          </p:nvPr>
        </p:nvGraphicFramePr>
        <p:xfrm>
          <a:off x="7555178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79D0896-9769-D1C0-117C-DB138CF3FCFC}"/>
              </a:ext>
            </a:extLst>
          </p:cNvPr>
          <p:cNvCxnSpPr>
            <a:cxnSpLocks/>
          </p:cNvCxnSpPr>
          <p:nvPr/>
        </p:nvCxnSpPr>
        <p:spPr>
          <a:xfrm>
            <a:off x="8079925" y="2377118"/>
            <a:ext cx="2519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B91BC8D-43CA-D27D-095D-4008BF4A2BC5}"/>
              </a:ext>
            </a:extLst>
          </p:cNvPr>
          <p:cNvSpPr txBox="1"/>
          <p:nvPr/>
        </p:nvSpPr>
        <p:spPr>
          <a:xfrm>
            <a:off x="8233594" y="2223229"/>
            <a:ext cx="251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7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394E957-50FC-B0D6-00CD-CDEE6C78830F}"/>
              </a:ext>
            </a:extLst>
          </p:cNvPr>
          <p:cNvSpPr/>
          <p:nvPr/>
        </p:nvSpPr>
        <p:spPr>
          <a:xfrm>
            <a:off x="10102457" y="1472056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2D9EAE-1934-EBF9-255D-D2481AF5E687}"/>
              </a:ext>
            </a:extLst>
          </p:cNvPr>
          <p:cNvSpPr txBox="1"/>
          <p:nvPr/>
        </p:nvSpPr>
        <p:spPr>
          <a:xfrm>
            <a:off x="8959509" y="815181"/>
            <a:ext cx="2593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Remove Redundant column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9C2B6DE-B2D9-3250-E6A8-D17E4843142D}"/>
              </a:ext>
            </a:extLst>
          </p:cNvPr>
          <p:cNvCxnSpPr/>
          <p:nvPr/>
        </p:nvCxnSpPr>
        <p:spPr>
          <a:xfrm flipV="1">
            <a:off x="9386596" y="1122958"/>
            <a:ext cx="0" cy="2821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69BF9AF-0BD8-94AA-301D-8B5AAB024924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8359577" y="1264038"/>
            <a:ext cx="12740" cy="959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0E1A37-708E-9021-FB26-60714DC71280}"/>
              </a:ext>
            </a:extLst>
          </p:cNvPr>
          <p:cNvSpPr txBox="1"/>
          <p:nvPr/>
        </p:nvSpPr>
        <p:spPr>
          <a:xfrm>
            <a:off x="7944080" y="946738"/>
            <a:ext cx="843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F8897092-5A31-BBB4-5AA6-3EA7FBEC7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454140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DE960960-1FAB-0CF3-06A0-7316ED9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93469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52A02C2F-8AC8-F047-1FED-DF6040248705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9265DFE-0089-D0D7-1FFA-97F67D3BA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350418"/>
              </p:ext>
            </p:extLst>
          </p:nvPr>
        </p:nvGraphicFramePr>
        <p:xfrm>
          <a:off x="638919" y="4893562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11E0C34F-FF53-A7B8-D628-2E4E7F975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018685"/>
              </p:ext>
            </p:extLst>
          </p:nvPr>
        </p:nvGraphicFramePr>
        <p:xfrm>
          <a:off x="638919" y="4410531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D280A49C-E4F3-88DF-D32B-370F2C6C9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598115"/>
              </p:ext>
            </p:extLst>
          </p:nvPr>
        </p:nvGraphicFramePr>
        <p:xfrm>
          <a:off x="638919" y="5376593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9474DC08-FDB0-2AE0-A358-85214D19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528725"/>
              </p:ext>
            </p:extLst>
          </p:nvPr>
        </p:nvGraphicFramePr>
        <p:xfrm>
          <a:off x="638919" y="5859624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73B8B7C7-258A-1F4F-5ACC-E6F9964F6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06516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ECC11A0A-4CFF-7AB6-D5F3-BFFFF9DF9156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AA2250-AFD5-6ACA-8815-3369542A9A6C}"/>
              </a:ext>
            </a:extLst>
          </p:cNvPr>
          <p:cNvSpPr txBox="1"/>
          <p:nvPr/>
        </p:nvSpPr>
        <p:spPr>
          <a:xfrm>
            <a:off x="3865898" y="4240277"/>
            <a:ext cx="157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3B44A251-6698-3B53-2E85-F407C6B1AE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85563"/>
              </p:ext>
            </p:extLst>
          </p:nvPr>
        </p:nvGraphicFramePr>
        <p:xfrm>
          <a:off x="7630354" y="550692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683BECB7-9BEA-72C4-D668-9C3BA736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55453"/>
              </p:ext>
            </p:extLst>
          </p:nvPr>
        </p:nvGraphicFramePr>
        <p:xfrm>
          <a:off x="7630354" y="611270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36BA7F87-2122-2E4D-BC6C-020C40507F66}"/>
              </a:ext>
            </a:extLst>
          </p:cNvPr>
          <p:cNvSpPr txBox="1"/>
          <p:nvPr/>
        </p:nvSpPr>
        <p:spPr>
          <a:xfrm>
            <a:off x="10616149" y="5516639"/>
            <a:ext cx="93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Preserve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58E2AF-CD43-AFAA-3D79-EF2495FAFF12}"/>
              </a:ext>
            </a:extLst>
          </p:cNvPr>
          <p:cNvSpPr txBox="1"/>
          <p:nvPr/>
        </p:nvSpPr>
        <p:spPr>
          <a:xfrm>
            <a:off x="10616150" y="6140712"/>
            <a:ext cx="13037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Replace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average</a:t>
            </a:r>
            <a:endParaRPr lang="ko-KR" altLang="en-US" dirty="0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92635A7-543D-18B9-2B44-06549966E917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10180166" y="5664178"/>
            <a:ext cx="435983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159512E-8B2E-024B-6C20-02A0C0CB0471}"/>
              </a:ext>
            </a:extLst>
          </p:cNvPr>
          <p:cNvCxnSpPr>
            <a:endCxn id="63" idx="1"/>
          </p:cNvCxnSpPr>
          <p:nvPr/>
        </p:nvCxnSpPr>
        <p:spPr>
          <a:xfrm>
            <a:off x="10180166" y="6292707"/>
            <a:ext cx="435984" cy="109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EFF682A-841F-02E6-2BA0-B5D343CD7C09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632DA8-71D8-8410-D770-F03DA452C65E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0B48C798-48E4-A9D9-A2CE-4FF45B6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173422"/>
              </p:ext>
            </p:extLst>
          </p:nvPr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D21F3213-3743-32C5-CD53-E0F16CD2E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5055"/>
              </p:ext>
            </p:extLst>
          </p:nvPr>
        </p:nvGraphicFramePr>
        <p:xfrm>
          <a:off x="4150019" y="3426379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32153C0D-B4A1-FA96-9B02-5A249339B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36643"/>
              </p:ext>
            </p:extLst>
          </p:nvPr>
        </p:nvGraphicFramePr>
        <p:xfrm>
          <a:off x="8787813" y="3443803"/>
          <a:ext cx="3024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0A914355-E156-B80E-9836-8B5691DC5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392955"/>
              </p:ext>
            </p:extLst>
          </p:nvPr>
        </p:nvGraphicFramePr>
        <p:xfrm>
          <a:off x="501008" y="6316824"/>
          <a:ext cx="1512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EC3550D-BF69-706D-CD91-F9A6697E3E59}"/>
              </a:ext>
            </a:extLst>
          </p:cNvPr>
          <p:cNvSpPr txBox="1"/>
          <p:nvPr/>
        </p:nvSpPr>
        <p:spPr>
          <a:xfrm>
            <a:off x="3900728" y="789360"/>
            <a:ext cx="3729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75000"/>
                  </a:schemeClr>
                </a:solidFill>
              </a:rPr>
              <a:t>If you check the next highest bit after the highest bit and overlap with the highest bit, the operation can be omitted, so it is omitted</a:t>
            </a:r>
            <a:endParaRPr lang="ko-KR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C130F9-2DA9-332A-C997-4F48DE917D80}"/>
              </a:ext>
            </a:extLst>
          </p:cNvPr>
          <p:cNvCxnSpPr>
            <a:cxnSpLocks/>
          </p:cNvCxnSpPr>
          <p:nvPr/>
        </p:nvCxnSpPr>
        <p:spPr>
          <a:xfrm>
            <a:off x="10900743" y="3291529"/>
            <a:ext cx="0" cy="9577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0EA6B5F-11AA-3C22-6EE7-3D82770E709F}"/>
              </a:ext>
            </a:extLst>
          </p:cNvPr>
          <p:cNvSpPr txBox="1"/>
          <p:nvPr/>
        </p:nvSpPr>
        <p:spPr>
          <a:xfrm>
            <a:off x="10180166" y="4216081"/>
            <a:ext cx="1573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Column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  <a:p>
            <a:pPr algn="ctr"/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5477420-0A05-827E-89D3-A721515B2121}"/>
              </a:ext>
            </a:extLst>
          </p:cNvPr>
          <p:cNvCxnSpPr/>
          <p:nvPr/>
        </p:nvCxnSpPr>
        <p:spPr>
          <a:xfrm>
            <a:off x="4310212" y="5824416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EC5290-C7A3-A165-9EE1-23700AE60ECD}"/>
              </a:ext>
            </a:extLst>
          </p:cNvPr>
          <p:cNvSpPr txBox="1"/>
          <p:nvPr/>
        </p:nvSpPr>
        <p:spPr>
          <a:xfrm>
            <a:off x="4405111" y="5643033"/>
            <a:ext cx="1635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Number of Redundant columns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2B72BA0-373C-C5C7-23E8-F34AE9FD06FD}"/>
              </a:ext>
            </a:extLst>
          </p:cNvPr>
          <p:cNvCxnSpPr/>
          <p:nvPr/>
        </p:nvCxnSpPr>
        <p:spPr>
          <a:xfrm>
            <a:off x="5750212" y="5212133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4DB993E-BF1D-3C5D-1F11-668D9BC083F4}"/>
              </a:ext>
            </a:extLst>
          </p:cNvPr>
          <p:cNvSpPr txBox="1"/>
          <p:nvPr/>
        </p:nvSpPr>
        <p:spPr>
          <a:xfrm>
            <a:off x="5975560" y="5048148"/>
            <a:ext cx="1635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BBS</a:t>
            </a:r>
            <a:r>
              <a:rPr lang="ko-KR" alt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Constant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CE96C-E28B-5330-5D8D-CD5593D0B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EF315-6711-B8B8-E643-065A7FF4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2.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ZS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800139F-8CF1-D888-A9A3-266D392CC9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63843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6C0566-57A8-879C-ECD0-D9E792FCC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308972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E1060672-7C4D-101F-C72E-AD8B4FDD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622924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894996B-1955-AA1C-43A6-EFE96D2BA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074151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326DE86A-DF34-5AB5-0C6E-FB2E11A6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832477"/>
              </p:ext>
            </p:extLst>
          </p:nvPr>
        </p:nvGraphicFramePr>
        <p:xfrm>
          <a:off x="4779906" y="193462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C55959D-15A8-878D-7DD4-AA19E67E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228745"/>
              </p:ext>
            </p:extLst>
          </p:nvPr>
        </p:nvGraphicFramePr>
        <p:xfrm>
          <a:off x="4779906" y="145125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8341762-42B1-DA8D-34C4-96E48589B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87787"/>
              </p:ext>
            </p:extLst>
          </p:nvPr>
        </p:nvGraphicFramePr>
        <p:xfrm>
          <a:off x="4779906" y="241800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54B7138-C35A-BED5-BDDC-F9260C286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616661"/>
              </p:ext>
            </p:extLst>
          </p:nvPr>
        </p:nvGraphicFramePr>
        <p:xfrm>
          <a:off x="4779906" y="2901376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CE2D824-54EB-FDE8-4F2C-8A93B8BC6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286637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EE22165-1381-E7F6-D1FB-FA74ADD0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7120"/>
              </p:ext>
            </p:extLst>
          </p:nvPr>
        </p:nvGraphicFramePr>
        <p:xfrm>
          <a:off x="4132635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232E044F-F2AC-89BC-6E6D-DEAFC545F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40339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8F915314-7840-C223-AE39-C5A8838F7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977282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D3F3B3BC-3D81-D214-FB77-CFB8A1C83DCC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1B545751-D096-95D5-7EE3-9855F2651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815253"/>
              </p:ext>
            </p:extLst>
          </p:nvPr>
        </p:nvGraphicFramePr>
        <p:xfrm>
          <a:off x="638919" y="4893562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89939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44ACD3D0-2149-1555-85AA-B580BD6846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618681"/>
              </p:ext>
            </p:extLst>
          </p:nvPr>
        </p:nvGraphicFramePr>
        <p:xfrm>
          <a:off x="638919" y="4410531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57369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6C758D16-C8C9-EAAF-34D7-AD083C143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652027"/>
              </p:ext>
            </p:extLst>
          </p:nvPr>
        </p:nvGraphicFramePr>
        <p:xfrm>
          <a:off x="638919" y="5376593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36458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F648B611-AB20-DFE5-B7DC-2C55CBDE8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698711"/>
              </p:ext>
            </p:extLst>
          </p:nvPr>
        </p:nvGraphicFramePr>
        <p:xfrm>
          <a:off x="638919" y="5859624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740571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E3DD2E6A-7EC7-7652-266B-A96E0D876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449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898D1817-4A48-3357-8A77-C6C9365E4C31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95B22E-3185-8F9D-FBCE-F22366CEAF2E}"/>
              </a:ext>
            </a:extLst>
          </p:cNvPr>
          <p:cNvSpPr txBox="1"/>
          <p:nvPr/>
        </p:nvSpPr>
        <p:spPr>
          <a:xfrm>
            <a:off x="3919504" y="4320534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37CFB3E-F33F-16E2-1474-C60FBEC0A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157008"/>
              </p:ext>
            </p:extLst>
          </p:nvPr>
        </p:nvGraphicFramePr>
        <p:xfrm>
          <a:off x="7789475" y="575889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CBA56151-C59D-FD70-C666-AA31E6C1AD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957862"/>
              </p:ext>
            </p:extLst>
          </p:nvPr>
        </p:nvGraphicFramePr>
        <p:xfrm>
          <a:off x="7789475" y="636467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4C15F954-9655-2F8D-C2D2-226299335147}"/>
              </a:ext>
            </a:extLst>
          </p:cNvPr>
          <p:cNvSpPr txBox="1"/>
          <p:nvPr/>
        </p:nvSpPr>
        <p:spPr>
          <a:xfrm>
            <a:off x="10775271" y="5768609"/>
            <a:ext cx="971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Preserve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07E9EA-854D-5043-A424-6AABDCF071B2}"/>
              </a:ext>
            </a:extLst>
          </p:cNvPr>
          <p:cNvSpPr txBox="1"/>
          <p:nvPr/>
        </p:nvSpPr>
        <p:spPr>
          <a:xfrm>
            <a:off x="10775271" y="6392682"/>
            <a:ext cx="1298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Replace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zero</a:t>
            </a:r>
            <a:endParaRPr lang="ko-KR" altLang="en-US" dirty="0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B990F3CC-2FEC-1DC8-4570-92B875E96A2F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10339287" y="5916148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2693EA7-5B04-3B54-F236-05FCED1FEFD6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10339287" y="6544677"/>
            <a:ext cx="435984" cy="109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B2CB12F-71A5-15AE-DD86-E509E358A8BA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9742D1-BED4-93AB-CF06-4789902A9D64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EAD4C720-AA83-9DA0-D3D4-1F223DE7F060}"/>
              </a:ext>
            </a:extLst>
          </p:cNvPr>
          <p:cNvGraphicFramePr>
            <a:graphicFrameLocks noGrp="1"/>
          </p:cNvGraphicFramePr>
          <p:nvPr/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B7C4D21-DF64-ED70-52D7-8E8D440E5D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881295"/>
              </p:ext>
            </p:extLst>
          </p:nvPr>
        </p:nvGraphicFramePr>
        <p:xfrm>
          <a:off x="4506712" y="3396226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6384C348-D15E-DEA8-4CA6-DA01A7F97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823123"/>
              </p:ext>
            </p:extLst>
          </p:nvPr>
        </p:nvGraphicFramePr>
        <p:xfrm>
          <a:off x="386230" y="6316824"/>
          <a:ext cx="2016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2402638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EC2CACA-8313-90C3-3996-4D1BEAB44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149014"/>
              </p:ext>
            </p:extLst>
          </p:nvPr>
        </p:nvGraphicFramePr>
        <p:xfrm>
          <a:off x="8673081" y="195468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E72F598-2055-F772-E317-C5272BA3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640111"/>
              </p:ext>
            </p:extLst>
          </p:nvPr>
        </p:nvGraphicFramePr>
        <p:xfrm>
          <a:off x="8673081" y="1471310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2A4D03E-4136-09EB-1133-FBB93D6E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78548"/>
              </p:ext>
            </p:extLst>
          </p:nvPr>
        </p:nvGraphicFramePr>
        <p:xfrm>
          <a:off x="8673081" y="243805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69121B-14BE-B846-9E02-5E534593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348719"/>
              </p:ext>
            </p:extLst>
          </p:nvPr>
        </p:nvGraphicFramePr>
        <p:xfrm>
          <a:off x="8673081" y="292143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DB8F64F-C72B-356F-2242-DA9DEAFF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941669"/>
              </p:ext>
            </p:extLst>
          </p:nvPr>
        </p:nvGraphicFramePr>
        <p:xfrm>
          <a:off x="8034162" y="1395021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A527B3A-87F4-0F6F-4815-B9FFACBC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745931"/>
              </p:ext>
            </p:extLst>
          </p:nvPr>
        </p:nvGraphicFramePr>
        <p:xfrm>
          <a:off x="8477100" y="3404463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2B8D2E20-7FE3-9E5B-10AD-3FF3C8A33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53031"/>
              </p:ext>
            </p:extLst>
          </p:nvPr>
        </p:nvGraphicFramePr>
        <p:xfrm>
          <a:off x="3586406" y="1405118"/>
          <a:ext cx="61353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53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AFC0A4-6F51-4E3B-26DC-D7D5C8C71DCB}"/>
              </a:ext>
            </a:extLst>
          </p:cNvPr>
          <p:cNvSpPr/>
          <p:nvPr/>
        </p:nvSpPr>
        <p:spPr>
          <a:xfrm>
            <a:off x="10105053" y="1451254"/>
            <a:ext cx="1448028" cy="1840275"/>
          </a:xfrm>
          <a:prstGeom prst="rect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8C09A-73E1-1C16-24FE-82A477689F3C}"/>
              </a:ext>
            </a:extLst>
          </p:cNvPr>
          <p:cNvSpPr txBox="1"/>
          <p:nvPr/>
        </p:nvSpPr>
        <p:spPr>
          <a:xfrm>
            <a:off x="10339287" y="1047599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Zero</a:t>
            </a:r>
            <a:r>
              <a:rPr lang="ko-KR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Skipping</a:t>
            </a:r>
            <a:endParaRPr lang="ko-KR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4AE0E-AA86-0EBD-3475-7159A71A0CBD}"/>
              </a:ext>
            </a:extLst>
          </p:cNvPr>
          <p:cNvSpPr txBox="1"/>
          <p:nvPr/>
        </p:nvSpPr>
        <p:spPr>
          <a:xfrm>
            <a:off x="2710502" y="1100186"/>
            <a:ext cx="2078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Add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optimal constant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73A9C6-DBBE-EA73-28F7-7E2799523C4F}"/>
              </a:ext>
            </a:extLst>
          </p:cNvPr>
          <p:cNvSpPr txBox="1"/>
          <p:nvPr/>
        </p:nvSpPr>
        <p:spPr>
          <a:xfrm>
            <a:off x="4702935" y="739108"/>
            <a:ext cx="3729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75000"/>
                  </a:schemeClr>
                </a:solidFill>
              </a:rPr>
              <a:t>If you check the next highest bit after the highest bit and overlap with the highest bit, the operation can be omitted, so it is omitted</a:t>
            </a:r>
            <a:endParaRPr lang="ko-KR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E5760D-E342-0DE5-33FC-F936EE2AF4D3}"/>
              </a:ext>
            </a:extLst>
          </p:cNvPr>
          <p:cNvSpPr txBox="1"/>
          <p:nvPr/>
        </p:nvSpPr>
        <p:spPr>
          <a:xfrm>
            <a:off x="5975560" y="5068816"/>
            <a:ext cx="1635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BBS</a:t>
            </a:r>
            <a:r>
              <a:rPr lang="ko-KR" alt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Constant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7620D-EC5D-9C35-BFBB-00C17F7D6865}"/>
              </a:ext>
            </a:extLst>
          </p:cNvPr>
          <p:cNvSpPr txBox="1"/>
          <p:nvPr/>
        </p:nvSpPr>
        <p:spPr>
          <a:xfrm>
            <a:off x="4509267" y="5524170"/>
            <a:ext cx="1635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Number of Redundant columns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15E3465-87E9-7E7D-BB1A-83F81A1AA205}"/>
              </a:ext>
            </a:extLst>
          </p:cNvPr>
          <p:cNvCxnSpPr/>
          <p:nvPr/>
        </p:nvCxnSpPr>
        <p:spPr>
          <a:xfrm>
            <a:off x="5750212" y="5212133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3E4345E-2217-9CAE-0588-F1F96666889D}"/>
              </a:ext>
            </a:extLst>
          </p:cNvPr>
          <p:cNvCxnSpPr/>
          <p:nvPr/>
        </p:nvCxnSpPr>
        <p:spPr>
          <a:xfrm>
            <a:off x="4310212" y="5796032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237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65A71-1663-7B3B-0903-3126A1A4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97893-BDE2-C238-E03C-EED3411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B25849A-2E13-9294-9EC4-3D6B32B3D7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493341"/>
              </p:ext>
            </p:extLst>
          </p:nvPr>
        </p:nvGraphicFramePr>
        <p:xfrm>
          <a:off x="128555" y="3069000"/>
          <a:ext cx="378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94467573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995578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0827120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2637310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6450348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1463650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7426745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720105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6CC8BE9-9999-47E0-56DD-BF568227C39B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908555" y="2080727"/>
            <a:ext cx="812735" cy="1240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EF92BA4-3D1A-5806-AE77-F13832366877}"/>
              </a:ext>
            </a:extLst>
          </p:cNvPr>
          <p:cNvCxnSpPr/>
          <p:nvPr/>
        </p:nvCxnSpPr>
        <p:spPr>
          <a:xfrm>
            <a:off x="3908555" y="3340359"/>
            <a:ext cx="812735" cy="1418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20E28AF-F143-A029-6F02-2C67CF4AC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32634"/>
              </p:ext>
            </p:extLst>
          </p:nvPr>
        </p:nvGraphicFramePr>
        <p:xfrm>
          <a:off x="4721290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1102F-ED71-E935-A0A4-762F12888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467704"/>
              </p:ext>
            </p:extLst>
          </p:nvPr>
        </p:nvGraphicFramePr>
        <p:xfrm>
          <a:off x="4721290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B90FF8D-78A0-87AF-4448-A859DEA9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693448"/>
              </p:ext>
            </p:extLst>
          </p:nvPr>
        </p:nvGraphicFramePr>
        <p:xfrm>
          <a:off x="7336971" y="2529000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78D6AEA-2312-7B31-DF67-F773860A7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709991"/>
              </p:ext>
            </p:extLst>
          </p:nvPr>
        </p:nvGraphicFramePr>
        <p:xfrm>
          <a:off x="7336971" y="5256833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1403041-D3B3-8271-9D40-BDF37CDE4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28329"/>
              </p:ext>
            </p:extLst>
          </p:nvPr>
        </p:nvGraphicFramePr>
        <p:xfrm>
          <a:off x="7336971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83F565A-DE0A-72B0-4F72-74CE7905E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4204"/>
              </p:ext>
            </p:extLst>
          </p:nvPr>
        </p:nvGraphicFramePr>
        <p:xfrm>
          <a:off x="7336971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85EB64B-A90D-7CB7-CB36-36C22EF28024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6881290" y="2080727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33F3A7B-97BD-7E00-27A0-A014D2C95BF7}"/>
              </a:ext>
            </a:extLst>
          </p:cNvPr>
          <p:cNvCxnSpPr>
            <a:endCxn id="20" idx="1"/>
          </p:cNvCxnSpPr>
          <p:nvPr/>
        </p:nvCxnSpPr>
        <p:spPr>
          <a:xfrm>
            <a:off x="6881290" y="4758612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0F477E-8361-C6CD-BDA9-BC1D3A4C76BF}"/>
              </a:ext>
            </a:extLst>
          </p:cNvPr>
          <p:cNvCxnSpPr/>
          <p:nvPr/>
        </p:nvCxnSpPr>
        <p:spPr>
          <a:xfrm>
            <a:off x="9496971" y="2080727"/>
            <a:ext cx="5054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CE103E1-4546-E1BE-0604-8F0884E51CED}"/>
              </a:ext>
            </a:extLst>
          </p:cNvPr>
          <p:cNvCxnSpPr/>
          <p:nvPr/>
        </p:nvCxnSpPr>
        <p:spPr>
          <a:xfrm>
            <a:off x="9496971" y="4758612"/>
            <a:ext cx="4961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E0E3A98E-5EB3-F6A8-B8AA-57E083C92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162085"/>
              </p:ext>
            </p:extLst>
          </p:nvPr>
        </p:nvGraphicFramePr>
        <p:xfrm>
          <a:off x="9993086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5CA4B68D-E035-E370-6314-0CD254D03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972988"/>
              </p:ext>
            </p:extLst>
          </p:nvPr>
        </p:nvGraphicFramePr>
        <p:xfrm>
          <a:off x="9993086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6524431A-E966-E9CD-6C7F-CB55A5A1AB1B}"/>
              </a:ext>
            </a:extLst>
          </p:cNvPr>
          <p:cNvSpPr txBox="1"/>
          <p:nvPr/>
        </p:nvSpPr>
        <p:spPr>
          <a:xfrm>
            <a:off x="5292770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A08964-7FFF-EA7D-BA51-E2C3A8ACE574}"/>
              </a:ext>
            </a:extLst>
          </p:cNvPr>
          <p:cNvSpPr txBox="1"/>
          <p:nvPr/>
        </p:nvSpPr>
        <p:spPr>
          <a:xfrm>
            <a:off x="5292771" y="4049485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169F7-ECE9-6AB3-A613-51DF0812F396}"/>
              </a:ext>
            </a:extLst>
          </p:cNvPr>
          <p:cNvSpPr txBox="1"/>
          <p:nvPr/>
        </p:nvSpPr>
        <p:spPr>
          <a:xfrm>
            <a:off x="7908452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81804-3F8F-C488-9115-BC490FFF23D8}"/>
              </a:ext>
            </a:extLst>
          </p:cNvPr>
          <p:cNvSpPr txBox="1"/>
          <p:nvPr/>
        </p:nvSpPr>
        <p:spPr>
          <a:xfrm>
            <a:off x="10564567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134269-0D62-F317-3536-37888AAB7702}"/>
              </a:ext>
            </a:extLst>
          </p:cNvPr>
          <p:cNvSpPr txBox="1"/>
          <p:nvPr/>
        </p:nvSpPr>
        <p:spPr>
          <a:xfrm>
            <a:off x="7908451" y="4049484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C835F5-A700-5490-999E-EB608DA78B7B}"/>
              </a:ext>
            </a:extLst>
          </p:cNvPr>
          <p:cNvSpPr txBox="1"/>
          <p:nvPr/>
        </p:nvSpPr>
        <p:spPr>
          <a:xfrm>
            <a:off x="10564567" y="4049483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08E36-2505-9BB0-2102-D936530B4684}"/>
              </a:ext>
            </a:extLst>
          </p:cNvPr>
          <p:cNvSpPr txBox="1"/>
          <p:nvPr/>
        </p:nvSpPr>
        <p:spPr>
          <a:xfrm>
            <a:off x="6881290" y="2546291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1266E9-DF32-2187-6C18-EBDF4DEB6082}"/>
              </a:ext>
            </a:extLst>
          </p:cNvPr>
          <p:cNvSpPr txBox="1"/>
          <p:nvPr/>
        </p:nvSpPr>
        <p:spPr>
          <a:xfrm>
            <a:off x="6881289" y="5256833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C46FBC-A1D9-5D37-9D90-DAE4BD958A97}"/>
              </a:ext>
            </a:extLst>
          </p:cNvPr>
          <p:cNvSpPr txBox="1"/>
          <p:nvPr/>
        </p:nvSpPr>
        <p:spPr>
          <a:xfrm>
            <a:off x="7744408" y="3209681"/>
            <a:ext cx="14928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0121801-C1C5-159B-AB2C-5116F042DBB5}"/>
              </a:ext>
            </a:extLst>
          </p:cNvPr>
          <p:cNvCxnSpPr>
            <a:stCxn id="54" idx="0"/>
            <a:endCxn id="52" idx="2"/>
          </p:cNvCxnSpPr>
          <p:nvPr/>
        </p:nvCxnSpPr>
        <p:spPr>
          <a:xfrm flipV="1">
            <a:off x="7109130" y="3007956"/>
            <a:ext cx="1" cy="22488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AA2607F-812F-3EDB-CEAB-38E435E23A46}"/>
              </a:ext>
            </a:extLst>
          </p:cNvPr>
          <p:cNvSpPr txBox="1"/>
          <p:nvPr/>
        </p:nvSpPr>
        <p:spPr>
          <a:xfrm>
            <a:off x="10323647" y="2571892"/>
            <a:ext cx="149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Zero-Bit Slice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681DF1-3572-C2BB-B6C8-598EAB9B1BDD}"/>
              </a:ext>
            </a:extLst>
          </p:cNvPr>
          <p:cNvSpPr txBox="1"/>
          <p:nvPr/>
        </p:nvSpPr>
        <p:spPr>
          <a:xfrm>
            <a:off x="3999723" y="2944336"/>
            <a:ext cx="2491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 and LSB are divided into four bits, respectively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C9D556-00A4-F770-FA79-03B4BF0FD9F4}"/>
              </a:ext>
            </a:extLst>
          </p:cNvPr>
          <p:cNvSpPr txBox="1"/>
          <p:nvPr/>
        </p:nvSpPr>
        <p:spPr>
          <a:xfrm>
            <a:off x="8712440" y="1045140"/>
            <a:ext cx="2304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After borrowing 1 and add, it become zero 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1BAFF1-C8E5-3271-31B1-7164B0737607}"/>
              </a:ext>
            </a:extLst>
          </p:cNvPr>
          <p:cNvSpPr txBox="1"/>
          <p:nvPr/>
        </p:nvSpPr>
        <p:spPr>
          <a:xfrm>
            <a:off x="9553769" y="5213878"/>
            <a:ext cx="17075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After MSB borrow 1 from LSB, we have to update so minus 8 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CD3F15-6C4F-AA98-7D9B-669FE0B10FBB}"/>
              </a:ext>
            </a:extLst>
          </p:cNvPr>
          <p:cNvSpPr txBox="1"/>
          <p:nvPr/>
        </p:nvSpPr>
        <p:spPr>
          <a:xfrm>
            <a:off x="10407520" y="3265009"/>
            <a:ext cx="1964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After that, they move to each MAC units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759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6895-EE8E-FC33-A49D-C0EA7954E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B1111-4944-CC0F-B78F-25F5453A9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4</a:t>
            </a:r>
            <a:r>
              <a:rPr lang="en-US" altLang="ko-KR">
                <a:solidFill>
                  <a:srgbClr val="2F5597"/>
                </a:solidFill>
              </a:rPr>
              <a:t>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BADA</a:t>
            </a:r>
            <a:r>
              <a:rPr lang="ko-KR" altLang="en-US" dirty="0">
                <a:solidFill>
                  <a:srgbClr val="2F5597"/>
                </a:solidFill>
              </a:rPr>
              <a:t> 비트 슬라이스 도식화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1AED98D-DC1F-9EA0-AAD1-97C4BC436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23048"/>
              </p:ext>
            </p:extLst>
          </p:nvPr>
        </p:nvGraphicFramePr>
        <p:xfrm>
          <a:off x="2274386" y="1298164"/>
          <a:ext cx="57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043056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5158715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93554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7910333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812921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2573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1267754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79751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0423483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27514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300866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117937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01029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56243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97031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6026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411736"/>
                  </a:ext>
                </a:extLst>
              </a:tr>
            </a:tbl>
          </a:graphicData>
        </a:graphic>
      </p:graphicFrame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26451EE-3ACE-794F-342D-D1EF1FF7956B}"/>
              </a:ext>
            </a:extLst>
          </p:cNvPr>
          <p:cNvCxnSpPr>
            <a:cxnSpLocks/>
          </p:cNvCxnSpPr>
          <p:nvPr/>
        </p:nvCxnSpPr>
        <p:spPr>
          <a:xfrm flipH="1">
            <a:off x="1707502" y="1658164"/>
            <a:ext cx="128648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7438C27-2EA4-8BB1-399D-473DB84E0C6C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4074386" y="1658164"/>
            <a:ext cx="19741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9D845A9-C535-E217-E8D4-D3C08F32CBC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873985" y="1658164"/>
            <a:ext cx="32477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3244D8E-7CF9-C4EF-1C73-CBA05878EBBC}"/>
              </a:ext>
            </a:extLst>
          </p:cNvPr>
          <p:cNvCxnSpPr>
            <a:cxnSpLocks/>
          </p:cNvCxnSpPr>
          <p:nvPr/>
        </p:nvCxnSpPr>
        <p:spPr>
          <a:xfrm>
            <a:off x="7314787" y="1658164"/>
            <a:ext cx="1241384" cy="91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78DA82B-1ADF-1AB0-DB2E-EADF5C44E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675600"/>
              </p:ext>
            </p:extLst>
          </p:nvPr>
        </p:nvGraphicFramePr>
        <p:xfrm>
          <a:off x="987502" y="257524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651AB6C-56F9-743C-3CEC-11D72F8FE9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627565"/>
              </p:ext>
            </p:extLst>
          </p:nvPr>
        </p:nvGraphicFramePr>
        <p:xfrm>
          <a:off x="3354386" y="2565918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324F304-ECD1-556C-E7A0-36D9E8128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365991"/>
              </p:ext>
            </p:extLst>
          </p:nvPr>
        </p:nvGraphicFramePr>
        <p:xfrm>
          <a:off x="5478758" y="2565918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EBDC8C9-2BEC-0C14-3FFB-1666D1E98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433876"/>
              </p:ext>
            </p:extLst>
          </p:nvPr>
        </p:nvGraphicFramePr>
        <p:xfrm>
          <a:off x="7836171" y="258924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14B3893-8F3B-75EF-D98D-06F7881F91FB}"/>
              </a:ext>
            </a:extLst>
          </p:cNvPr>
          <p:cNvCxnSpPr/>
          <p:nvPr/>
        </p:nvCxnSpPr>
        <p:spPr>
          <a:xfrm>
            <a:off x="8556171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E970FCA-9E5B-5F57-13B2-FBAA92AA67E1}"/>
              </a:ext>
            </a:extLst>
          </p:cNvPr>
          <p:cNvCxnSpPr/>
          <p:nvPr/>
        </p:nvCxnSpPr>
        <p:spPr>
          <a:xfrm>
            <a:off x="6201868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6A9612A-496C-BCF4-C79A-6CC488F92D24}"/>
              </a:ext>
            </a:extLst>
          </p:cNvPr>
          <p:cNvCxnSpPr/>
          <p:nvPr/>
        </p:nvCxnSpPr>
        <p:spPr>
          <a:xfrm>
            <a:off x="4236572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1E7B323-E737-DFF1-D9F8-E6AD19FFA65B}"/>
              </a:ext>
            </a:extLst>
          </p:cNvPr>
          <p:cNvCxnSpPr/>
          <p:nvPr/>
        </p:nvCxnSpPr>
        <p:spPr>
          <a:xfrm>
            <a:off x="1716832" y="2935249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365CFAEC-8BAF-4E20-F094-619628602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203120"/>
              </p:ext>
            </p:extLst>
          </p:nvPr>
        </p:nvGraphicFramePr>
        <p:xfrm>
          <a:off x="7836171" y="364360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3D4B6F0B-B3B2-9893-4610-1F6ED5667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216767"/>
              </p:ext>
            </p:extLst>
          </p:nvPr>
        </p:nvGraphicFramePr>
        <p:xfrm>
          <a:off x="5478758" y="362960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9B9F28A3-6BE9-5F73-728F-63D492EB4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241029"/>
              </p:ext>
            </p:extLst>
          </p:nvPr>
        </p:nvGraphicFramePr>
        <p:xfrm>
          <a:off x="3344915" y="363427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D3297F5-D73F-34ED-1DE9-E13537D49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291473"/>
              </p:ext>
            </p:extLst>
          </p:nvPr>
        </p:nvGraphicFramePr>
        <p:xfrm>
          <a:off x="987502" y="362960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B5E88FD3-6F58-020F-9C5A-B02453296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687722"/>
              </p:ext>
            </p:extLst>
          </p:nvPr>
        </p:nvGraphicFramePr>
        <p:xfrm>
          <a:off x="2526208" y="257524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2E16C861-5FA2-F3BB-F185-29B5AB7BF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3396"/>
              </p:ext>
            </p:extLst>
          </p:nvPr>
        </p:nvGraphicFramePr>
        <p:xfrm>
          <a:off x="4817539" y="257524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D6E01AA9-29D4-1074-8CCC-E1AA1855B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081648"/>
              </p:ext>
            </p:extLst>
          </p:nvPr>
        </p:nvGraphicFramePr>
        <p:xfrm>
          <a:off x="2526208" y="362960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9458195F-E102-3170-9187-E650FBE2C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265273"/>
              </p:ext>
            </p:extLst>
          </p:nvPr>
        </p:nvGraphicFramePr>
        <p:xfrm>
          <a:off x="4817539" y="3629609"/>
          <a:ext cx="621381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381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- 8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DE2DD6FF-66C5-91C2-E191-3447BD403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58945"/>
              </p:ext>
            </p:extLst>
          </p:nvPr>
        </p:nvGraphicFramePr>
        <p:xfrm>
          <a:off x="6970605" y="2565918"/>
          <a:ext cx="66814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14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F855C423-A205-1D2C-6900-AC669142C1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512249"/>
              </p:ext>
            </p:extLst>
          </p:nvPr>
        </p:nvGraphicFramePr>
        <p:xfrm>
          <a:off x="9375241" y="3629609"/>
          <a:ext cx="62687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687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- 2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1320EE94-3A52-CF54-EE08-510F759A0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834934"/>
              </p:ext>
            </p:extLst>
          </p:nvPr>
        </p:nvGraphicFramePr>
        <p:xfrm>
          <a:off x="9366169" y="2589245"/>
          <a:ext cx="626879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6879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10E6120A-AC44-0050-E66F-69E39BF1E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910032"/>
              </p:ext>
            </p:extLst>
          </p:nvPr>
        </p:nvGraphicFramePr>
        <p:xfrm>
          <a:off x="8222098" y="1291166"/>
          <a:ext cx="891887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87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18430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BAD237E-5696-D1BC-6EE0-480CDD4AA8A4}"/>
                  </a:ext>
                </a:extLst>
              </p:cNvPr>
              <p:cNvSpPr txBox="1"/>
              <p:nvPr/>
            </p:nvSpPr>
            <p:spPr>
              <a:xfrm>
                <a:off x="4463220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BAD237E-5696-D1BC-6EE0-480CDD4AA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3220" y="2293500"/>
                <a:ext cx="321695" cy="215444"/>
              </a:xfrm>
              <a:prstGeom prst="rect">
                <a:avLst/>
              </a:prstGeom>
              <a:blipFill>
                <a:blip r:embed="rId3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11B1DAD-235E-C2C7-B31A-38749EDF5F63}"/>
                  </a:ext>
                </a:extLst>
              </p:cNvPr>
              <p:cNvSpPr txBox="1"/>
              <p:nvPr/>
            </p:nvSpPr>
            <p:spPr>
              <a:xfrm>
                <a:off x="6597063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11B1DAD-235E-C2C7-B31A-38749EDF5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63" y="2293500"/>
                <a:ext cx="321695" cy="215444"/>
              </a:xfrm>
              <a:prstGeom prst="rect">
                <a:avLst/>
              </a:prstGeom>
              <a:blipFill>
                <a:blip r:embed="rId4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6F1CD43-63B4-E36E-648D-9769C4062D4A}"/>
                  </a:ext>
                </a:extLst>
              </p:cNvPr>
              <p:cNvSpPr txBox="1"/>
              <p:nvPr/>
            </p:nvSpPr>
            <p:spPr>
              <a:xfrm>
                <a:off x="8963644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6F1CD43-63B4-E36E-648D-9769C406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644" y="2293500"/>
                <a:ext cx="321695" cy="215444"/>
              </a:xfrm>
              <a:prstGeom prst="rect">
                <a:avLst/>
              </a:prstGeom>
              <a:blipFill>
                <a:blip r:embed="rId5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F4F4F44-F675-F1E1-D3B8-123B44AF4B36}"/>
                  </a:ext>
                </a:extLst>
              </p:cNvPr>
              <p:cNvSpPr txBox="1"/>
              <p:nvPr/>
            </p:nvSpPr>
            <p:spPr>
              <a:xfrm>
                <a:off x="2113538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F4F4F44-F675-F1E1-D3B8-123B44AF4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3538" y="2293500"/>
                <a:ext cx="321695" cy="215444"/>
              </a:xfrm>
              <a:prstGeom prst="rect">
                <a:avLst/>
              </a:prstGeom>
              <a:blipFill>
                <a:blip r:embed="rId6"/>
                <a:stretch>
                  <a:fillRect l="-9615" r="-1923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B030F34-A9B1-46D4-CA07-E18B1321B903}"/>
                  </a:ext>
                </a:extLst>
              </p:cNvPr>
              <p:cNvSpPr txBox="1"/>
              <p:nvPr/>
            </p:nvSpPr>
            <p:spPr>
              <a:xfrm>
                <a:off x="8953137" y="3339301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B030F34-A9B1-46D4-CA07-E18B1321B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3137" y="3339301"/>
                <a:ext cx="321695" cy="215444"/>
              </a:xfrm>
              <a:prstGeom prst="rect">
                <a:avLst/>
              </a:prstGeom>
              <a:blipFill>
                <a:blip r:embed="rId5"/>
                <a:stretch>
                  <a:fillRect l="-9615" r="-1923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E72C7A1-E56C-F1AE-B9C4-FC31E7465E31}"/>
                  </a:ext>
                </a:extLst>
              </p:cNvPr>
              <p:cNvSpPr txBox="1"/>
              <p:nvPr/>
            </p:nvSpPr>
            <p:spPr>
              <a:xfrm>
                <a:off x="6598834" y="3347573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E72C7A1-E56C-F1AE-B9C4-FC31E7465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834" y="3347573"/>
                <a:ext cx="321695" cy="215444"/>
              </a:xfrm>
              <a:prstGeom prst="rect">
                <a:avLst/>
              </a:prstGeom>
              <a:blipFill>
                <a:blip r:embed="rId7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E14475FA-2A1C-4BDE-B9B2-408F9D973EDA}"/>
                  </a:ext>
                </a:extLst>
              </p:cNvPr>
              <p:cNvSpPr txBox="1"/>
              <p:nvPr/>
            </p:nvSpPr>
            <p:spPr>
              <a:xfrm>
                <a:off x="4463220" y="3395504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E14475FA-2A1C-4BDE-B9B2-408F9D973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3220" y="3395504"/>
                <a:ext cx="321695" cy="215444"/>
              </a:xfrm>
              <a:prstGeom prst="rect">
                <a:avLst/>
              </a:prstGeom>
              <a:blipFill>
                <a:blip r:embed="rId3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5B1930F-D001-77FE-3E6E-37C7F66AD97B}"/>
                  </a:ext>
                </a:extLst>
              </p:cNvPr>
              <p:cNvSpPr txBox="1"/>
              <p:nvPr/>
            </p:nvSpPr>
            <p:spPr>
              <a:xfrm>
                <a:off x="2103614" y="3347573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5B1930F-D001-77FE-3E6E-37C7F66AD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614" y="3347573"/>
                <a:ext cx="321695" cy="215444"/>
              </a:xfrm>
              <a:prstGeom prst="rect">
                <a:avLst/>
              </a:prstGeom>
              <a:blipFill>
                <a:blip r:embed="rId6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84BA812-ED1C-392E-FF64-8ED489E9419B}"/>
              </a:ext>
            </a:extLst>
          </p:cNvPr>
          <p:cNvCxnSpPr/>
          <p:nvPr/>
        </p:nvCxnSpPr>
        <p:spPr>
          <a:xfrm>
            <a:off x="8034386" y="4003605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87B97C7-D63D-8844-4F4E-797CA16AFDC4}"/>
              </a:ext>
            </a:extLst>
          </p:cNvPr>
          <p:cNvCxnSpPr/>
          <p:nvPr/>
        </p:nvCxnSpPr>
        <p:spPr>
          <a:xfrm flipH="1">
            <a:off x="6757910" y="4550228"/>
            <a:ext cx="127647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05E0E625-B0FA-723D-AF78-EF76FAFBFE5A}"/>
              </a:ext>
            </a:extLst>
          </p:cNvPr>
          <p:cNvCxnSpPr/>
          <p:nvPr/>
        </p:nvCxnSpPr>
        <p:spPr>
          <a:xfrm flipV="1">
            <a:off x="6757910" y="3989609"/>
            <a:ext cx="0" cy="57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6032D277-E543-BD29-B890-1A5BDD5E2EB4}"/>
              </a:ext>
            </a:extLst>
          </p:cNvPr>
          <p:cNvCxnSpPr/>
          <p:nvPr/>
        </p:nvCxnSpPr>
        <p:spPr>
          <a:xfrm>
            <a:off x="3550861" y="4003605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6E77EA6-3636-E86E-7BC4-054F70FCCBA5}"/>
              </a:ext>
            </a:extLst>
          </p:cNvPr>
          <p:cNvCxnSpPr/>
          <p:nvPr/>
        </p:nvCxnSpPr>
        <p:spPr>
          <a:xfrm flipH="1">
            <a:off x="2274385" y="4562669"/>
            <a:ext cx="127647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4283122A-37AA-A888-2C56-6C74DF0C60C7}"/>
              </a:ext>
            </a:extLst>
          </p:cNvPr>
          <p:cNvCxnSpPr/>
          <p:nvPr/>
        </p:nvCxnSpPr>
        <p:spPr>
          <a:xfrm flipV="1">
            <a:off x="2274385" y="3989609"/>
            <a:ext cx="0" cy="57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6544895D-BCE9-0FBB-F89E-AC8B37E532F5}"/>
              </a:ext>
            </a:extLst>
          </p:cNvPr>
          <p:cNvCxnSpPr>
            <a:cxnSpLocks/>
          </p:cNvCxnSpPr>
          <p:nvPr/>
        </p:nvCxnSpPr>
        <p:spPr>
          <a:xfrm>
            <a:off x="5666714" y="3991164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4FA9C44F-69E3-68A2-C0D8-FAF28A276CF7}"/>
              </a:ext>
            </a:extLst>
          </p:cNvPr>
          <p:cNvCxnSpPr>
            <a:cxnSpLocks/>
          </p:cNvCxnSpPr>
          <p:nvPr/>
        </p:nvCxnSpPr>
        <p:spPr>
          <a:xfrm flipH="1">
            <a:off x="4598814" y="4550228"/>
            <a:ext cx="1067900" cy="124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5AAB4541-B018-EBB3-80DE-F2CB70F0B197}"/>
              </a:ext>
            </a:extLst>
          </p:cNvPr>
          <p:cNvCxnSpPr>
            <a:cxnSpLocks/>
          </p:cNvCxnSpPr>
          <p:nvPr/>
        </p:nvCxnSpPr>
        <p:spPr>
          <a:xfrm flipV="1">
            <a:off x="4598814" y="4003605"/>
            <a:ext cx="0" cy="559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4A18760-B109-8D7D-E517-DA3CC9F06356}"/>
              </a:ext>
            </a:extLst>
          </p:cNvPr>
          <p:cNvSpPr txBox="1"/>
          <p:nvPr/>
        </p:nvSpPr>
        <p:spPr>
          <a:xfrm>
            <a:off x="7057997" y="4616447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0070C0"/>
                </a:solidFill>
              </a:rPr>
              <a:t>Sign</a:t>
            </a:r>
            <a:endParaRPr lang="ko-KR" altLang="en-US" dirty="0">
              <a:solidFill>
                <a:srgbClr val="0070C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3C7E4DE-33E9-6519-26EC-FF7A9B4829D8}"/>
              </a:ext>
            </a:extLst>
          </p:cNvPr>
          <p:cNvSpPr txBox="1"/>
          <p:nvPr/>
        </p:nvSpPr>
        <p:spPr>
          <a:xfrm>
            <a:off x="4800594" y="4621112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Carry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768B319-0AA1-F8B4-17DD-467331D66D7D}"/>
              </a:ext>
            </a:extLst>
          </p:cNvPr>
          <p:cNvSpPr txBox="1"/>
          <p:nvPr/>
        </p:nvSpPr>
        <p:spPr>
          <a:xfrm>
            <a:off x="2558831" y="4624223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0070C0"/>
                </a:solidFill>
              </a:rPr>
              <a:t>Sign</a:t>
            </a:r>
            <a:endParaRPr lang="ko-KR" altLang="en-US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4CF9D31-195C-90A2-D987-952985766719}"/>
                  </a:ext>
                </a:extLst>
              </p:cNvPr>
              <p:cNvSpPr txBox="1"/>
              <p:nvPr/>
            </p:nvSpPr>
            <p:spPr>
              <a:xfrm>
                <a:off x="7254423" y="4216247"/>
                <a:ext cx="472455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 18430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4CF9D31-195C-90A2-D987-952985766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423" y="4216247"/>
                <a:ext cx="4724559" cy="215444"/>
              </a:xfrm>
              <a:prstGeom prst="rect">
                <a:avLst/>
              </a:prstGeom>
              <a:blipFill>
                <a:blip r:embed="rId8"/>
                <a:stretch>
                  <a:fillRect t="-28571" r="-1806" b="-5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DAA51D07-B523-17CD-01E2-09FC6194FDA6}"/>
                  </a:ext>
                </a:extLst>
              </p:cNvPr>
              <p:cNvSpPr txBox="1"/>
              <p:nvPr/>
            </p:nvSpPr>
            <p:spPr>
              <a:xfrm>
                <a:off x="7246636" y="2075855"/>
                <a:ext cx="4665683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4 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7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14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 18430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DAA51D07-B523-17CD-01E2-09FC6194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636" y="2075855"/>
                <a:ext cx="4665683" cy="215444"/>
              </a:xfrm>
              <a:prstGeom prst="rect">
                <a:avLst/>
              </a:prstGeom>
              <a:blipFill>
                <a:blip r:embed="rId9"/>
                <a:stretch>
                  <a:fillRect t="-28571" r="-2092" b="-5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순서도: 논리합 107">
            <a:extLst>
              <a:ext uri="{FF2B5EF4-FFF2-40B4-BE49-F238E27FC236}">
                <a16:creationId xmlns:a16="http://schemas.microsoft.com/office/drawing/2014/main" id="{BABD00DF-7FFB-18E8-5439-60A96658EB1E}"/>
              </a:ext>
            </a:extLst>
          </p:cNvPr>
          <p:cNvSpPr/>
          <p:nvPr/>
        </p:nvSpPr>
        <p:spPr>
          <a:xfrm>
            <a:off x="6597063" y="4431691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순서도: 논리합 108">
            <a:extLst>
              <a:ext uri="{FF2B5EF4-FFF2-40B4-BE49-F238E27FC236}">
                <a16:creationId xmlns:a16="http://schemas.microsoft.com/office/drawing/2014/main" id="{FD02C96F-C531-8FFB-C741-C5E374A035FB}"/>
              </a:ext>
            </a:extLst>
          </p:cNvPr>
          <p:cNvSpPr/>
          <p:nvPr/>
        </p:nvSpPr>
        <p:spPr>
          <a:xfrm>
            <a:off x="4437966" y="4407296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순서도: 논리합 109">
            <a:extLst>
              <a:ext uri="{FF2B5EF4-FFF2-40B4-BE49-F238E27FC236}">
                <a16:creationId xmlns:a16="http://schemas.microsoft.com/office/drawing/2014/main" id="{9250E3E7-EE29-FE7B-7384-C1067FA665B9}"/>
              </a:ext>
            </a:extLst>
          </p:cNvPr>
          <p:cNvSpPr/>
          <p:nvPr/>
        </p:nvSpPr>
        <p:spPr>
          <a:xfrm>
            <a:off x="2123241" y="4415001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603AD92-3323-33B9-5206-1E9188AF2B03}"/>
              </a:ext>
            </a:extLst>
          </p:cNvPr>
          <p:cNvSpPr txBox="1"/>
          <p:nvPr/>
        </p:nvSpPr>
        <p:spPr>
          <a:xfrm>
            <a:off x="3329510" y="903097"/>
            <a:ext cx="34942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2's complement of 16-bit data</a:t>
            </a:r>
            <a:endParaRPr lang="ko-KR" altLang="en-US" dirty="0"/>
          </a:p>
        </p:txBody>
      </p: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73F3B65-826A-75AC-C696-E1E621BEE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00341"/>
              </p:ext>
            </p:extLst>
          </p:nvPr>
        </p:nvGraphicFramePr>
        <p:xfrm>
          <a:off x="6965812" y="3629609"/>
          <a:ext cx="66814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14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04F70858-7654-897F-8A49-7387143E5739}"/>
              </a:ext>
            </a:extLst>
          </p:cNvPr>
          <p:cNvSpPr txBox="1"/>
          <p:nvPr/>
        </p:nvSpPr>
        <p:spPr>
          <a:xfrm>
            <a:off x="4254005" y="1969947"/>
            <a:ext cx="20648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Divide into 4-bit 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638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12588</TotalTime>
  <Words>801</Words>
  <Application>Microsoft Office PowerPoint</Application>
  <PresentationFormat>와이드스크린</PresentationFormat>
  <Paragraphs>508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Noto Sans Symbols</vt:lpstr>
      <vt:lpstr>Malgun Gothic</vt:lpstr>
      <vt:lpstr>Malgun Gothic</vt:lpstr>
      <vt:lpstr>Arial</vt:lpstr>
      <vt:lpstr>Calibri</vt:lpstr>
      <vt:lpstr>Cambria Math</vt:lpstr>
      <vt:lpstr>Office 테마</vt:lpstr>
      <vt:lpstr>26.04.13.세미나</vt:lpstr>
      <vt:lpstr>Overview</vt:lpstr>
      <vt:lpstr>1. RA 알고리즘 도식화</vt:lpstr>
      <vt:lpstr>2. ZS 알고리즘 도식화</vt:lpstr>
      <vt:lpstr>3. SBR 도식화</vt:lpstr>
      <vt:lpstr>4. BADA 비트 슬라이스 도식화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1232</cp:revision>
  <dcterms:created xsi:type="dcterms:W3CDTF">2019-09-23T01:49:16Z</dcterms:created>
  <dcterms:modified xsi:type="dcterms:W3CDTF">2026-05-19T17:38:37Z</dcterms:modified>
</cp:coreProperties>
</file>