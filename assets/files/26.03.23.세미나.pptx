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579" r:id="rId2"/>
    <p:sldId id="628" r:id="rId3"/>
    <p:sldId id="629" r:id="rId4"/>
    <p:sldId id="630" r:id="rId5"/>
    <p:sldId id="631" r:id="rId6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9" roundtripDataSignature="AMtx7mi60wwQBXdufn43yw7rgc2Btalb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343434"/>
    <a:srgbClr val="77B900"/>
    <a:srgbClr val="060048"/>
    <a:srgbClr val="060348"/>
    <a:srgbClr val="35ECFD"/>
    <a:srgbClr val="FE27FD"/>
    <a:srgbClr val="050145"/>
    <a:srgbClr val="F036F6"/>
    <a:srgbClr val="DCE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7F7820-734E-4EEF-8B05-DACDCB4A974A}" v="3" dt="2026-03-22T17:45:43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18" autoAdjust="0"/>
    <p:restoredTop sz="97384" autoAdjust="0"/>
  </p:normalViewPr>
  <p:slideViewPr>
    <p:cSldViewPr snapToGrid="0">
      <p:cViewPr varScale="1">
        <p:scale>
          <a:sx n="51" d="100"/>
          <a:sy n="51" d="100"/>
        </p:scale>
        <p:origin x="118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0" Type="http://schemas.openxmlformats.org/officeDocument/2006/relationships/presProps" Target="presProps.xml"/><Relationship Id="rId125" Type="http://schemas.microsoft.com/office/2015/10/relationships/revisionInfo" Target="revisionInfo.xml"/><Relationship Id="rId7" Type="http://schemas.openxmlformats.org/officeDocument/2006/relationships/notesMaster" Target="notesMasters/notesMaster1.xml"/><Relationship Id="rId124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119" Type="http://customschemas.google.com/relationships/presentationmetadata" Target="metadata"/><Relationship Id="rId122" Type="http://schemas.openxmlformats.org/officeDocument/2006/relationships/theme" Target="theme/theme1.xml"/><Relationship Id="rId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undo custSel addSld delSld modSld">
      <pc:chgData name="성우 최" userId="b39b9c6800b01a47" providerId="LiveId" clId="{86918D44-C542-442D-8291-F46EC03904AF}" dt="2026-03-23T05:59:15.813" v="1149" actId="47"/>
      <pc:docMkLst>
        <pc:docMk/>
      </pc:docMkLst>
      <pc:sldChg chg="modSp mod">
        <pc:chgData name="성우 최" userId="b39b9c6800b01a47" providerId="LiveId" clId="{86918D44-C542-442D-8291-F46EC03904AF}" dt="2026-03-22T17:42:08.490" v="385" actId="5793"/>
        <pc:sldMkLst>
          <pc:docMk/>
          <pc:sldMk cId="803715702" sldId="629"/>
        </pc:sldMkLst>
        <pc:spChg chg="mod">
          <ac:chgData name="성우 최" userId="b39b9c6800b01a47" providerId="LiveId" clId="{86918D44-C542-442D-8291-F46EC03904AF}" dt="2026-03-22T17:42:08.490" v="385" actId="5793"/>
          <ac:spMkLst>
            <pc:docMk/>
            <pc:sldMk cId="803715702" sldId="629"/>
            <ac:spMk id="6" creationId="{1A1337AF-AF8B-E25C-422F-9E73A6256CF9}"/>
          </ac:spMkLst>
        </pc:spChg>
      </pc:sldChg>
      <pc:sldChg chg="modSp mod">
        <pc:chgData name="성우 최" userId="b39b9c6800b01a47" providerId="LiveId" clId="{86918D44-C542-442D-8291-F46EC03904AF}" dt="2026-03-22T17:44:06.658" v="764" actId="20577"/>
        <pc:sldMkLst>
          <pc:docMk/>
          <pc:sldMk cId="2217391575" sldId="630"/>
        </pc:sldMkLst>
        <pc:spChg chg="mod">
          <ac:chgData name="성우 최" userId="b39b9c6800b01a47" providerId="LiveId" clId="{86918D44-C542-442D-8291-F46EC03904AF}" dt="2026-03-22T17:42:24.406" v="425" actId="20577"/>
          <ac:spMkLst>
            <pc:docMk/>
            <pc:sldMk cId="2217391575" sldId="630"/>
            <ac:spMk id="2" creationId="{640EEAB2-05ED-EFA4-304E-1B569979A9DF}"/>
          </ac:spMkLst>
        </pc:spChg>
        <pc:spChg chg="mod">
          <ac:chgData name="성우 최" userId="b39b9c6800b01a47" providerId="LiveId" clId="{86918D44-C542-442D-8291-F46EC03904AF}" dt="2026-03-22T17:44:06.658" v="764" actId="20577"/>
          <ac:spMkLst>
            <pc:docMk/>
            <pc:sldMk cId="2217391575" sldId="630"/>
            <ac:spMk id="6" creationId="{9050618A-3C38-D5D0-A5B7-BC5902EAD7C3}"/>
          </ac:spMkLst>
        </pc:spChg>
      </pc:sldChg>
      <pc:sldChg chg="addSp delSp modSp mod">
        <pc:chgData name="성우 최" userId="b39b9c6800b01a47" providerId="LiveId" clId="{86918D44-C542-442D-8291-F46EC03904AF}" dt="2026-03-22T17:44:58.928" v="908" actId="22"/>
        <pc:sldMkLst>
          <pc:docMk/>
          <pc:sldMk cId="2754075215" sldId="631"/>
        </pc:sldMkLst>
        <pc:spChg chg="mod">
          <ac:chgData name="성우 최" userId="b39b9c6800b01a47" providerId="LiveId" clId="{86918D44-C542-442D-8291-F46EC03904AF}" dt="2026-03-22T17:44:14.099" v="796" actId="20577"/>
          <ac:spMkLst>
            <pc:docMk/>
            <pc:sldMk cId="2754075215" sldId="631"/>
            <ac:spMk id="2" creationId="{0CAFB6E3-7493-FC3B-8455-D76DBC131F4D}"/>
          </ac:spMkLst>
        </pc:spChg>
        <pc:spChg chg="add del">
          <ac:chgData name="성우 최" userId="b39b9c6800b01a47" providerId="LiveId" clId="{86918D44-C542-442D-8291-F46EC03904AF}" dt="2026-03-22T17:44:58.928" v="908" actId="22"/>
          <ac:spMkLst>
            <pc:docMk/>
            <pc:sldMk cId="2754075215" sldId="631"/>
            <ac:spMk id="4" creationId="{7CE7EC62-C7CB-EE7F-AA38-6BE759BD0600}"/>
          </ac:spMkLst>
        </pc:spChg>
        <pc:spChg chg="mod">
          <ac:chgData name="성우 최" userId="b39b9c6800b01a47" providerId="LiveId" clId="{86918D44-C542-442D-8291-F46EC03904AF}" dt="2026-03-22T17:44:51.982" v="906" actId="20577"/>
          <ac:spMkLst>
            <pc:docMk/>
            <pc:sldMk cId="2754075215" sldId="631"/>
            <ac:spMk id="6" creationId="{A956C7E1-7399-405A-D965-D6C7C4AAF12A}"/>
          </ac:spMkLst>
        </pc:spChg>
      </pc:sldChg>
      <pc:sldChg chg="modSp add del mod">
        <pc:chgData name="성우 최" userId="b39b9c6800b01a47" providerId="LiveId" clId="{86918D44-C542-442D-8291-F46EC03904AF}" dt="2026-03-23T05:59:15.813" v="1149" actId="47"/>
        <pc:sldMkLst>
          <pc:docMk/>
          <pc:sldMk cId="1432759077" sldId="632"/>
        </pc:sldMkLst>
        <pc:spChg chg="mod">
          <ac:chgData name="성우 최" userId="b39b9c6800b01a47" providerId="LiveId" clId="{86918D44-C542-442D-8291-F46EC03904AF}" dt="2026-03-22T17:45:32.995" v="989" actId="20577"/>
          <ac:spMkLst>
            <pc:docMk/>
            <pc:sldMk cId="1432759077" sldId="632"/>
            <ac:spMk id="2" creationId="{A82C633E-3D38-E759-68DF-F8ADBE17960F}"/>
          </ac:spMkLst>
        </pc:spChg>
        <pc:spChg chg="mod">
          <ac:chgData name="성우 최" userId="b39b9c6800b01a47" providerId="LiveId" clId="{86918D44-C542-442D-8291-F46EC03904AF}" dt="2026-03-22T17:46:13.889" v="1148" actId="20577"/>
          <ac:spMkLst>
            <pc:docMk/>
            <pc:sldMk cId="1432759077" sldId="632"/>
            <ac:spMk id="6" creationId="{FD5E556D-6BD7-96CF-8B71-E91E8BF88B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338D-3299-39E6-9DDD-0F8F5CAA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CCE7E3-1CDD-E2A0-D0E7-409D3F037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04776C-4756-512F-D150-2D83CF21F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51FC7-52F1-D61B-DB8B-9BC6E4943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5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58A57-54F2-4FD2-4238-AB40AC54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E747F4-14BC-D2EF-D41C-75A114148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42020E-A44D-0144-7C04-D32DEB5A1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ED8394-CC21-BD4D-B5F1-7E23EF76A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68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DA80F-00DB-84AD-8E1E-8502183A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60FB65-A977-06CA-3CA4-246CF7A86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DDE368-4D9A-5DCC-4D99-333ECCDDE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E40E65-4299-EFA4-BCF9-0DEDC3E82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272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F040-D625-270F-51B7-319E40745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223B39-05A9-F40A-6D77-064DCFD54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586041-672E-817D-DE2D-CFBD6D499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b="1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768ACA-9BB8-0AEB-7591-B4A9EB6B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C664DC-C26E-465D-99FF-B6F4031E277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624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811044"/>
            <a:ext cx="12192000" cy="275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745671" y="187326"/>
            <a:ext cx="10515600" cy="62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1D4F"/>
              </a:buClr>
              <a:buSzPts val="3600"/>
              <a:buFont typeface="Calibri"/>
              <a:buNone/>
              <a:defRPr sz="3600" b="1">
                <a:solidFill>
                  <a:srgbClr val="0D1D4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355600" y="1003300"/>
            <a:ext cx="10998200" cy="495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한쪽 모서리가 둥근 사각형 1"/>
          <p:cNvSpPr/>
          <p:nvPr userDrawn="1"/>
        </p:nvSpPr>
        <p:spPr>
          <a:xfrm>
            <a:off x="12061825" y="7128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한쪽 모서리가 둥근 사각형 10"/>
          <p:cNvSpPr/>
          <p:nvPr userDrawn="1"/>
        </p:nvSpPr>
        <p:spPr>
          <a:xfrm>
            <a:off x="0" y="7128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한쪽 모서리가 둥근 사각형 13"/>
          <p:cNvSpPr/>
          <p:nvPr userDrawn="1"/>
        </p:nvSpPr>
        <p:spPr>
          <a:xfrm>
            <a:off x="11931650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한쪽 모서리가 둥근 사각형 14"/>
          <p:cNvSpPr/>
          <p:nvPr userDrawn="1"/>
        </p:nvSpPr>
        <p:spPr>
          <a:xfrm>
            <a:off x="11801475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한쪽 모서리가 둥근 사각형 15"/>
          <p:cNvSpPr/>
          <p:nvPr userDrawn="1"/>
        </p:nvSpPr>
        <p:spPr>
          <a:xfrm>
            <a:off x="205467" y="7576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한쪽 모서리가 둥근 사각형 16"/>
          <p:cNvSpPr/>
          <p:nvPr userDrawn="1"/>
        </p:nvSpPr>
        <p:spPr>
          <a:xfrm>
            <a:off x="308882" y="7895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3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" name="Picture 2" descr="메타, 새롭고 강력한 AI 시스템 개발 중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255" y="-1103742"/>
            <a:ext cx="571500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lh3.googleusercontent.com/sitesv/AICyYdYE28hS9Muih9-S1jckfmIsAl0BtEbTbO03pfeFhEz0dl7bZu4e6faNQyQvQLHOlxcls6QEOL3FG0ihPHoTrXY2uT2mQ64LoeGA7cv35andqoV1X--44kpYXSO3xPBQZXFwpEVZoSgImIWGmoZm8IefUadM4pD4_dNVTKdG4lIpe0JhZ4fMZvN2TiY=w1280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7" t="16879" r="10088" b="43666"/>
          <a:stretch/>
        </p:blipFill>
        <p:spPr bwMode="auto">
          <a:xfrm>
            <a:off x="-3620728" y="6317358"/>
            <a:ext cx="1036104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제목 슬라이드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https://lh3.googleusercontent.com/sitesv/AICyYdYa1UW4Nl3E0x23EjjEuT6pY9WFc_ENifUIl1OZNhPPgOL0bra4RQXflyhwJP_cSCteVWJL4vZ5oeOnYrHHYPRcBni_5cd1HmUHJUxEzcn2ETfyAVqcI63sORyfC3Fv7zYRNOz6YIlmqpiiefplVZjdnXPw3bkmOUvMcUyT2pebkdAMcMCPb7QpVWBzuQTTMK26Nxuq1lb2dsWbw0HrdqlyT15dZfs-bnqV1_Y=w1280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" t="-1" r="2774" b="299"/>
          <a:stretch/>
        </p:blipFill>
        <p:spPr bwMode="auto">
          <a:xfrm>
            <a:off x="-12700" y="0"/>
            <a:ext cx="12217400" cy="684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1524000" y="1841499"/>
            <a:ext cx="9144000" cy="1401763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2460"/>
              </a:buClr>
              <a:buSzPts val="3200"/>
              <a:buFont typeface="Calibri"/>
              <a:buNone/>
              <a:defRPr sz="3200" b="1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1524000" y="3335338"/>
            <a:ext cx="9144000" cy="1655762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C5294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0" y="3287544"/>
            <a:ext cx="12192000" cy="275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한쪽 모서리가 둥근 사각형 24"/>
          <p:cNvSpPr/>
          <p:nvPr userDrawn="1"/>
        </p:nvSpPr>
        <p:spPr>
          <a:xfrm>
            <a:off x="12061825" y="3189347"/>
            <a:ext cx="130175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한쪽 모서리가 둥근 사각형 25"/>
          <p:cNvSpPr/>
          <p:nvPr userDrawn="1"/>
        </p:nvSpPr>
        <p:spPr>
          <a:xfrm>
            <a:off x="0" y="3189347"/>
            <a:ext cx="205467" cy="199152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한쪽 모서리가 둥근 사각형 26"/>
          <p:cNvSpPr/>
          <p:nvPr userDrawn="1"/>
        </p:nvSpPr>
        <p:spPr>
          <a:xfrm>
            <a:off x="11931650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한쪽 모서리가 둥근 사각형 27"/>
          <p:cNvSpPr/>
          <p:nvPr userDrawn="1"/>
        </p:nvSpPr>
        <p:spPr>
          <a:xfrm>
            <a:off x="11801475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한쪽 모서리가 둥근 사각형 28"/>
          <p:cNvSpPr/>
          <p:nvPr userDrawn="1"/>
        </p:nvSpPr>
        <p:spPr>
          <a:xfrm>
            <a:off x="205467" y="3234184"/>
            <a:ext cx="130175" cy="109478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한쪽 모서리가 둥근 사각형 29"/>
          <p:cNvSpPr/>
          <p:nvPr userDrawn="1"/>
        </p:nvSpPr>
        <p:spPr>
          <a:xfrm>
            <a:off x="308882" y="3266064"/>
            <a:ext cx="130175" cy="45719"/>
          </a:xfrm>
          <a:prstGeom prst="round1Rect">
            <a:avLst/>
          </a:prstGeom>
          <a:solidFill>
            <a:srgbClr val="050145"/>
          </a:solidFill>
          <a:ln>
            <a:solidFill>
              <a:srgbClr val="060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10667999" y="1841499"/>
            <a:ext cx="130175" cy="1401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 userDrawn="1"/>
        </p:nvSpPr>
        <p:spPr>
          <a:xfrm>
            <a:off x="10667999" y="3333838"/>
            <a:ext cx="130175" cy="1656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2118C5-1900-8725-9D9E-F90CF90D3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13" y="5905083"/>
            <a:ext cx="1692940" cy="74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, 원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B3A51C-858B-45E4-A14B-D2A3343E29B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67" y="5905084"/>
            <a:ext cx="749479" cy="7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3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92329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26.03.23.</a:t>
            </a:r>
            <a:r>
              <a:rPr lang="ko-KR" altLang="en-US" dirty="0"/>
              <a:t>세미나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최성우</a:t>
            </a:r>
            <a:endParaRPr lang="en-US" altLang="ko-K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Hankuk University of Foreign Studies</a:t>
            </a:r>
          </a:p>
          <a:p>
            <a:r>
              <a:rPr lang="en-US" altLang="ko-K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Division of Computer Engineering</a:t>
            </a:r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7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7B88-AC5B-BB36-C643-F1B6F925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FF169-BD3A-7F72-BA8E-9DF65D87F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en-US" b="0" i="0" u="none" strike="noStrike" cap="none">
                <a:latin typeface="Calibri"/>
                <a:ea typeface="Calibri"/>
                <a:cs typeface="Calibri"/>
                <a:sym typeface="Calibri"/>
              </a:rPr>
              <a:t>목차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BE37C29-BE2D-02B2-CB82-F09AB08495B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-342900">
              <a:buSzPts val="1800"/>
              <a:buFont typeface="Arial"/>
              <a:buChar char="•"/>
              <a:defRPr/>
            </a:pPr>
            <a:r>
              <a:rPr lang="en-US" altLang="ko-KR" sz="2800" b="0" dirty="0"/>
              <a:t>1. </a:t>
            </a:r>
            <a:r>
              <a:rPr lang="ko-KR" altLang="en-US" sz="2800" b="0" dirty="0"/>
              <a:t>이번주 수행 과업</a:t>
            </a:r>
            <a:endParaRPr lang="en-US" altLang="ko-KR" sz="28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indent="-342900">
              <a:buSzPts val="1800"/>
              <a:buFont typeface="Arial"/>
              <a:buChar char="•"/>
              <a:defRPr/>
            </a:pPr>
            <a:r>
              <a:rPr lang="en-US" altLang="ko-KR" sz="2800" b="0" dirty="0"/>
              <a:t>2. </a:t>
            </a:r>
            <a:r>
              <a:rPr lang="ko-KR" altLang="en-US" sz="2800" b="0" dirty="0"/>
              <a:t>질문 및 개선점</a:t>
            </a:r>
            <a:endParaRPr lang="en-US" altLang="ko-KR" sz="28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>
              <a:spcBef>
                <a:spcPts val="1000"/>
              </a:spcBef>
              <a:defRPr/>
            </a:pPr>
            <a:endParaRPr lang="en-US" altLang="ko-KR" sz="2800" b="0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2BB66E1-6468-ECFB-4B23-2E90D6C8EFA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B5E6DBD5-27ED-0EE6-0E32-102AF5F9D2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7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DCAC-5693-0EFE-90D9-027E5A68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32C1C-7FA4-9ED2-FBEC-BC8E1949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 </a:t>
            </a:r>
            <a:r>
              <a:rPr lang="ko-KR" altLang="en-US" dirty="0">
                <a:solidFill>
                  <a:srgbClr val="2F5597"/>
                </a:solidFill>
              </a:rPr>
              <a:t>이번주 수행 과업</a:t>
            </a:r>
            <a:r>
              <a:rPr lang="en-US" altLang="ko-KR" dirty="0">
                <a:solidFill>
                  <a:srgbClr val="2F5597"/>
                </a:solidFill>
              </a:rPr>
              <a:t> </a:t>
            </a:r>
            <a:r>
              <a:rPr lang="ko-KR" altLang="en-US" dirty="0">
                <a:solidFill>
                  <a:srgbClr val="2F5597"/>
                </a:solidFill>
              </a:rPr>
              <a:t> 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A1337AF-AF8B-E25C-422F-9E73A6256CF9}"/>
              </a:ext>
            </a:extLst>
          </p:cNvPr>
          <p:cNvSpPr txBox="1">
            <a:spLocks/>
          </p:cNvSpPr>
          <p:nvPr/>
        </p:nvSpPr>
        <p:spPr>
          <a:xfrm>
            <a:off x="350651" y="907258"/>
            <a:ext cx="11554596" cy="28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GPTQ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를 활용하여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사전학습 모델을 다운로드하고 </a:t>
            </a:r>
            <a:r>
              <a:rPr lang="ko-KR" altLang="en-US" sz="1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양자화한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후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BBS 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알고리즘을 적용해서 각각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와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ZS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를 적용했을 때 값들의 변화와 각각의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MSE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를 확인해서 엑셀 파일에 저장</a:t>
            </a:r>
            <a:endParaRPr lang="en-US" altLang="ko-K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600" indent="0">
              <a:lnSpc>
                <a:spcPct val="150000"/>
              </a:lnSpc>
              <a:buNone/>
              <a:defRPr/>
            </a:pPr>
            <a:endParaRPr lang="en-US" altLang="ko-K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71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6D0C-B106-5DF9-7141-2CE74D5F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EEAB2-05ED-EFA4-304E-1B569979A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</a:t>
            </a:r>
            <a:r>
              <a:rPr lang="ko-KR" altLang="en-US" dirty="0">
                <a:solidFill>
                  <a:srgbClr val="2F5597"/>
                </a:solidFill>
              </a:rPr>
              <a:t> 이번주 수행 과업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050618A-3C38-D5D0-A5B7-BC5902EAD7C3}"/>
              </a:ext>
            </a:extLst>
          </p:cNvPr>
          <p:cNvSpPr txBox="1">
            <a:spLocks/>
          </p:cNvSpPr>
          <p:nvPr/>
        </p:nvSpPr>
        <p:spPr>
          <a:xfrm>
            <a:off x="350651" y="907258"/>
            <a:ext cx="11554596" cy="28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모델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ko-KR" sz="1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facebook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/opt-125m(1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억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2500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만 파라미터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방법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GPTQ(Post-Training Quantization)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설정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ko-KR" sz="1800" dirty="0"/>
              <a:t>wikitext2 </a:t>
            </a:r>
            <a:r>
              <a:rPr lang="ko-KR" altLang="en-US" sz="1800" dirty="0"/>
              <a:t>캘리브레이션 데이터 </a:t>
            </a:r>
            <a:r>
              <a:rPr lang="en-US" altLang="ko-KR" sz="1800" dirty="0"/>
              <a:t>128</a:t>
            </a:r>
            <a:r>
              <a:rPr lang="ko-KR" altLang="en-US" sz="1800" dirty="0"/>
              <a:t>샘플</a:t>
            </a:r>
            <a:r>
              <a:rPr lang="en-US" altLang="ko-KR" sz="1800" dirty="0"/>
              <a:t>, 8-bit </a:t>
            </a:r>
            <a:r>
              <a:rPr lang="ko-KR" altLang="en-US" sz="1800" dirty="0"/>
              <a:t>양자화</a:t>
            </a:r>
            <a:endParaRPr lang="en-US" altLang="ko-K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결과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opt125m-8bit.pt 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파일로 저장</a:t>
            </a:r>
            <a:endParaRPr lang="en-US" altLang="ko-K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이때 양자화 시 </a:t>
            </a:r>
            <a:r>
              <a:rPr lang="en-US" altLang="ko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INT8 </a:t>
            </a:r>
            <a:r>
              <a:rPr lang="ko-KR" altLang="en-US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정수값</a:t>
            </a:r>
            <a:r>
              <a:rPr lang="ko-KR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scales + zeros </a:t>
            </a:r>
            <a:r>
              <a:rPr lang="ko-KR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함께 저장</a:t>
            </a:r>
            <a:endParaRPr lang="en-US" altLang="ko-KR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9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D613-B927-9926-EBE2-6436F8D7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FB6E3-7493-FC3B-8455-D76DBC13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F5597"/>
                </a:solidFill>
              </a:rPr>
              <a:t>1.</a:t>
            </a:r>
            <a:r>
              <a:rPr lang="ko-KR" altLang="en-US" dirty="0">
                <a:solidFill>
                  <a:srgbClr val="2F5597"/>
                </a:solidFill>
              </a:rPr>
              <a:t> 이번주 수행 과업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956C7E1-7399-405A-D965-D6C7C4AAF12A}"/>
              </a:ext>
            </a:extLst>
          </p:cNvPr>
          <p:cNvSpPr txBox="1">
            <a:spLocks/>
          </p:cNvSpPr>
          <p:nvPr/>
        </p:nvSpPr>
        <p:spPr>
          <a:xfrm>
            <a:off x="350651" y="907258"/>
            <a:ext cx="11554596" cy="28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대상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12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개 레이어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 6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개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projection = 72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개 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FC 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레이어</a:t>
            </a:r>
            <a:endParaRPr lang="en-US" altLang="ko-K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입력</a:t>
            </a:r>
            <a:r>
              <a:rPr lang="en-US" altLang="ko-K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INT8 </a:t>
            </a:r>
            <a:r>
              <a:rPr lang="ko-KR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정수 가중치</a:t>
            </a:r>
            <a:endParaRPr lang="en-US" altLang="ko-K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~~~~~</a:t>
            </a:r>
          </a:p>
        </p:txBody>
      </p:sp>
    </p:spTree>
    <p:extLst>
      <p:ext uri="{BB962C8B-B14F-4D97-AF65-F5344CB8AC3E}">
        <p14:creationId xmlns:p14="http://schemas.microsoft.com/office/powerpoint/2010/main" val="275407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713"/>
    </mc:Choice>
    <mc:Fallback xmlns="">
      <p:transition spd="slow" advTm="11671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10273</TotalTime>
  <Words>141</Words>
  <Application>Microsoft Office PowerPoint</Application>
  <PresentationFormat>와이드스크린</PresentationFormat>
  <Paragraphs>24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Noto Sans Symbols</vt:lpstr>
      <vt:lpstr>맑은 고딕</vt:lpstr>
      <vt:lpstr>맑은 고딕</vt:lpstr>
      <vt:lpstr>Arial</vt:lpstr>
      <vt:lpstr>Calibri</vt:lpstr>
      <vt:lpstr>Office 테마</vt:lpstr>
      <vt:lpstr>26.03.23.세미나</vt:lpstr>
      <vt:lpstr>목차</vt:lpstr>
      <vt:lpstr>1. 이번주 수행 과업  </vt:lpstr>
      <vt:lpstr>1. 이번주 수행 과업</vt:lpstr>
      <vt:lpstr>1. 이번주 수행 과업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Winograd Structured Pruning</dc:title>
  <dc:creator>Windows 사용자</dc:creator>
  <cp:lastModifiedBy>최성우</cp:lastModifiedBy>
  <cp:revision>1231</cp:revision>
  <dcterms:created xsi:type="dcterms:W3CDTF">2019-09-23T01:49:16Z</dcterms:created>
  <dcterms:modified xsi:type="dcterms:W3CDTF">2026-03-23T05:59:22Z</dcterms:modified>
</cp:coreProperties>
</file>