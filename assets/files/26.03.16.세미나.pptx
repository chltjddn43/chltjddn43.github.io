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ADC191-62EC-4FBF-BF26-840EF0FB3CE9}" v="20" dt="2026-03-15T17:17:14.7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성우 최" userId="b39b9c6800b01a47" providerId="LiveId" clId="{86918D44-C542-442D-8291-F46EC03904AF}"/>
    <pc:docChg chg="undo custSel addSld modSld">
      <pc:chgData name="성우 최" userId="b39b9c6800b01a47" providerId="LiveId" clId="{86918D44-C542-442D-8291-F46EC03904AF}" dt="2026-03-16T06:06:48.581" v="179" actId="20577"/>
      <pc:docMkLst>
        <pc:docMk/>
      </pc:docMkLst>
      <pc:sldChg chg="addSp delSp modSp mod">
        <pc:chgData name="성우 최" userId="b39b9c6800b01a47" providerId="LiveId" clId="{86918D44-C542-442D-8291-F46EC03904AF}" dt="2026-03-16T06:06:48.581" v="179" actId="20577"/>
        <pc:sldMkLst>
          <pc:docMk/>
          <pc:sldMk cId="4190789733" sldId="259"/>
        </pc:sldMkLst>
        <pc:spChg chg="mod">
          <ac:chgData name="성우 최" userId="b39b9c6800b01a47" providerId="LiveId" clId="{86918D44-C542-442D-8291-F46EC03904AF}" dt="2026-03-15T17:16:06.172" v="119" actId="20577"/>
          <ac:spMkLst>
            <pc:docMk/>
            <pc:sldMk cId="4190789733" sldId="259"/>
            <ac:spMk id="2" creationId="{60B9D1C8-5C5C-A803-E1D3-8D6067A8D1C4}"/>
          </ac:spMkLst>
        </pc:spChg>
        <pc:spChg chg="add del mod">
          <ac:chgData name="성우 최" userId="b39b9c6800b01a47" providerId="LiveId" clId="{86918D44-C542-442D-8291-F46EC03904AF}" dt="2026-03-15T17:17:30.092" v="131" actId="478"/>
          <ac:spMkLst>
            <pc:docMk/>
            <pc:sldMk cId="4190789733" sldId="259"/>
            <ac:spMk id="12" creationId="{6D0767AE-F9B4-D39A-8D27-CC3566787900}"/>
          </ac:spMkLst>
        </pc:spChg>
        <pc:graphicFrameChg chg="del mod">
          <ac:chgData name="성우 최" userId="b39b9c6800b01a47" providerId="LiveId" clId="{86918D44-C542-442D-8291-F46EC03904AF}" dt="2026-03-15T17:17:17.663" v="128" actId="478"/>
          <ac:graphicFrameMkLst>
            <pc:docMk/>
            <pc:sldMk cId="4190789733" sldId="259"/>
            <ac:graphicFrameMk id="7" creationId="{27788612-A5CD-F4BB-483A-B3B67E2586B1}"/>
          </ac:graphicFrameMkLst>
        </pc:graphicFrameChg>
        <pc:graphicFrameChg chg="add mod modGraphic">
          <ac:chgData name="성우 최" userId="b39b9c6800b01a47" providerId="LiveId" clId="{86918D44-C542-442D-8291-F46EC03904AF}" dt="2026-03-16T06:06:48.581" v="179" actId="20577"/>
          <ac:graphicFrameMkLst>
            <pc:docMk/>
            <pc:sldMk cId="4190789733" sldId="259"/>
            <ac:graphicFrameMk id="8" creationId="{B5CB7503-171C-4682-9FB7-4DBB0769BBF3}"/>
          </ac:graphicFrameMkLst>
        </pc:graphicFrameChg>
        <pc:graphicFrameChg chg="add del">
          <ac:chgData name="성우 최" userId="b39b9c6800b01a47" providerId="LiveId" clId="{86918D44-C542-442D-8291-F46EC03904AF}" dt="2026-03-15T17:16:56.012" v="124" actId="3680"/>
          <ac:graphicFrameMkLst>
            <pc:docMk/>
            <pc:sldMk cId="4190789733" sldId="259"/>
            <ac:graphicFrameMk id="9" creationId="{E47F8E5E-3018-B5CD-AA20-1CD8293F247A}"/>
          </ac:graphicFrameMkLst>
        </pc:graphicFrameChg>
        <pc:graphicFrameChg chg="add mod">
          <ac:chgData name="성우 최" userId="b39b9c6800b01a47" providerId="LiveId" clId="{86918D44-C542-442D-8291-F46EC03904AF}" dt="2026-03-15T17:17:24.467" v="129" actId="1076"/>
          <ac:graphicFrameMkLst>
            <pc:docMk/>
            <pc:sldMk cId="4190789733" sldId="259"/>
            <ac:graphicFrameMk id="10" creationId="{60EA0118-5E0D-3339-3895-F55043D39C12}"/>
          </ac:graphicFrameMkLst>
        </pc:graphicFrameChg>
      </pc:sldChg>
      <pc:sldChg chg="addSp delSp modSp new mod setBg">
        <pc:chgData name="성우 최" userId="b39b9c6800b01a47" providerId="LiveId" clId="{86918D44-C542-442D-8291-F46EC03904AF}" dt="2026-03-15T17:17:36.620" v="132" actId="478"/>
        <pc:sldMkLst>
          <pc:docMk/>
          <pc:sldMk cId="1569782904" sldId="260"/>
        </pc:sldMkLst>
        <pc:spChg chg="mod">
          <ac:chgData name="성우 최" userId="b39b9c6800b01a47" providerId="LiveId" clId="{86918D44-C542-442D-8291-F46EC03904AF}" dt="2026-03-15T17:15:51.751" v="110" actId="26606"/>
          <ac:spMkLst>
            <pc:docMk/>
            <pc:sldMk cId="1569782904" sldId="260"/>
            <ac:spMk id="2" creationId="{FF26A2CE-0718-93F8-8650-08BEE925DDD3}"/>
          </ac:spMkLst>
        </pc:spChg>
        <pc:spChg chg="mod">
          <ac:chgData name="성우 최" userId="b39b9c6800b01a47" providerId="LiveId" clId="{86918D44-C542-442D-8291-F46EC03904AF}" dt="2026-03-15T17:15:51.751" v="110" actId="26606"/>
          <ac:spMkLst>
            <pc:docMk/>
            <pc:sldMk cId="1569782904" sldId="260"/>
            <ac:spMk id="3" creationId="{B78CAB3E-827E-9C75-2A83-6C69513477A2}"/>
          </ac:spMkLst>
        </pc:spChg>
        <pc:spChg chg="add mod">
          <ac:chgData name="성우 최" userId="b39b9c6800b01a47" providerId="LiveId" clId="{86918D44-C542-442D-8291-F46EC03904AF}" dt="2026-03-15T17:13:45.610" v="26" actId="14100"/>
          <ac:spMkLst>
            <pc:docMk/>
            <pc:sldMk cId="1569782904" sldId="260"/>
            <ac:spMk id="4" creationId="{5F79AFB8-D62B-32D3-4FC9-F5D2E71D0232}"/>
          </ac:spMkLst>
        </pc:spChg>
        <pc:spChg chg="add">
          <ac:chgData name="성우 최" userId="b39b9c6800b01a47" providerId="LiveId" clId="{86918D44-C542-442D-8291-F46EC03904AF}" dt="2026-03-15T17:15:51.751" v="110" actId="26606"/>
          <ac:spMkLst>
            <pc:docMk/>
            <pc:sldMk cId="1569782904" sldId="260"/>
            <ac:spMk id="10" creationId="{B9F89C22-0475-4427-B7C8-0269AD40E3EC}"/>
          </ac:spMkLst>
        </pc:spChg>
        <pc:graphicFrameChg chg="add del mod modGraphic">
          <ac:chgData name="성우 최" userId="b39b9c6800b01a47" providerId="LiveId" clId="{86918D44-C542-442D-8291-F46EC03904AF}" dt="2026-03-15T17:17:36.620" v="132" actId="478"/>
          <ac:graphicFrameMkLst>
            <pc:docMk/>
            <pc:sldMk cId="1569782904" sldId="260"/>
            <ac:graphicFrameMk id="5" creationId="{30347AD5-1D31-AA61-3E09-911044644781}"/>
          </ac:graphicFrameMkLst>
        </pc:graphicFrameChg>
      </pc:sldChg>
      <pc:sldChg chg="addSp modSp new mod setBg">
        <pc:chgData name="성우 최" userId="b39b9c6800b01a47" providerId="LiveId" clId="{86918D44-C542-442D-8291-F46EC03904AF}" dt="2026-03-15T17:18:00.373" v="175" actId="26606"/>
        <pc:sldMkLst>
          <pc:docMk/>
          <pc:sldMk cId="3411931128" sldId="261"/>
        </pc:sldMkLst>
        <pc:spChg chg="mod">
          <ac:chgData name="성우 최" userId="b39b9c6800b01a47" providerId="LiveId" clId="{86918D44-C542-442D-8291-F46EC03904AF}" dt="2026-03-15T17:18:00.373" v="175" actId="26606"/>
          <ac:spMkLst>
            <pc:docMk/>
            <pc:sldMk cId="3411931128" sldId="261"/>
            <ac:spMk id="2" creationId="{9A28986D-99C0-4903-3621-31B3577ACD19}"/>
          </ac:spMkLst>
        </pc:spChg>
        <pc:spChg chg="mod">
          <ac:chgData name="성우 최" userId="b39b9c6800b01a47" providerId="LiveId" clId="{86918D44-C542-442D-8291-F46EC03904AF}" dt="2026-03-15T17:18:00.373" v="175" actId="26606"/>
          <ac:spMkLst>
            <pc:docMk/>
            <pc:sldMk cId="3411931128" sldId="261"/>
            <ac:spMk id="3" creationId="{CD678C74-83B1-7F5C-EFA1-4238F00C95C0}"/>
          </ac:spMkLst>
        </pc:spChg>
        <pc:spChg chg="add">
          <ac:chgData name="성우 최" userId="b39b9c6800b01a47" providerId="LiveId" clId="{86918D44-C542-442D-8291-F46EC03904AF}" dt="2026-03-15T17:18:00.373" v="175" actId="26606"/>
          <ac:spMkLst>
            <pc:docMk/>
            <pc:sldMk cId="3411931128" sldId="261"/>
            <ac:spMk id="8" creationId="{3362DFFC-4DCC-48EE-B781-94D04B95F1E8}"/>
          </ac:spMkLst>
        </pc:spChg>
        <pc:spChg chg="add">
          <ac:chgData name="성우 최" userId="b39b9c6800b01a47" providerId="LiveId" clId="{86918D44-C542-442D-8291-F46EC03904AF}" dt="2026-03-15T17:18:00.373" v="175" actId="26606"/>
          <ac:spMkLst>
            <pc:docMk/>
            <pc:sldMk cId="3411931128" sldId="261"/>
            <ac:spMk id="10" creationId="{18B8B265-E68C-4B64-9238-781F0102C57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A99DE173-38D9-42D5-A24C-2576B06622B5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1EC8B45-4964-427B-A20A-859127DF3407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045513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E173-38D9-42D5-A24C-2576B06622B5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C8B45-4964-427B-A20A-859127DF34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6223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99DE173-38D9-42D5-A24C-2576B06622B5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1EC8B45-4964-427B-A20A-859127DF34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9582317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E173-38D9-42D5-A24C-2576B06622B5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C8B45-4964-427B-A20A-859127DF34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8408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E173-38D9-42D5-A24C-2576B06622B5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C8B45-4964-427B-A20A-859127DF34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8768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E173-38D9-42D5-A24C-2576B06622B5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C8B45-4964-427B-A20A-859127DF34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6323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E173-38D9-42D5-A24C-2576B06622B5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C8B45-4964-427B-A20A-859127DF34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878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99DE173-38D9-42D5-A24C-2576B06622B5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1EC8B45-4964-427B-A20A-859127DF34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62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99DE173-38D9-42D5-A24C-2576B06622B5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1EC8B45-4964-427B-A20A-859127DF34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25142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E173-38D9-42D5-A24C-2576B06622B5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C8B45-4964-427B-A20A-859127DF34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207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E173-38D9-42D5-A24C-2576B06622B5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C8B45-4964-427B-A20A-859127DF34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0206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A99DE173-38D9-42D5-A24C-2576B06622B5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41EC8B45-4964-427B-A20A-859127DF34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5208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1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A61159-A033-3E74-3E1E-DC1B833CA4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실험 케이스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F13B1E3-1DE0-EEA3-FA72-C24428D357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26.03.16 </a:t>
            </a:r>
            <a:r>
              <a:rPr lang="ko-KR" altLang="en-US" dirty="0"/>
              <a:t>세미나</a:t>
            </a:r>
          </a:p>
        </p:txBody>
      </p:sp>
    </p:spTree>
    <p:extLst>
      <p:ext uri="{BB962C8B-B14F-4D97-AF65-F5344CB8AC3E}">
        <p14:creationId xmlns:p14="http://schemas.microsoft.com/office/powerpoint/2010/main" val="814135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36A6E5C-02DD-5B97-5EE3-7119F878E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r"/>
            <a:r>
              <a:rPr lang="ko-KR" altLang="en-US" sz="5400" dirty="0">
                <a:solidFill>
                  <a:schemeClr val="bg2"/>
                </a:solidFill>
              </a:rPr>
              <a:t>목차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E5E498-03C6-9EBE-156A-86CFE6694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r>
              <a:rPr lang="en-US" altLang="ko-KR" sz="1800" dirty="0"/>
              <a:t>1. </a:t>
            </a:r>
            <a:r>
              <a:rPr lang="ko-KR" altLang="en-US" sz="1800" dirty="0" err="1"/>
              <a:t>실험표</a:t>
            </a:r>
            <a:endParaRPr lang="en-US" altLang="ko-KR" sz="1800" dirty="0"/>
          </a:p>
          <a:p>
            <a:r>
              <a:rPr lang="en-US" altLang="ko-KR" sz="1800" dirty="0"/>
              <a:t>2. Conv vs FC</a:t>
            </a:r>
          </a:p>
          <a:p>
            <a:r>
              <a:rPr lang="en-US" altLang="ko-KR" sz="1800" dirty="0"/>
              <a:t>3. </a:t>
            </a:r>
            <a:r>
              <a:rPr lang="ko-KR" altLang="en-US" sz="1800" dirty="0"/>
              <a:t>분석</a:t>
            </a:r>
          </a:p>
        </p:txBody>
      </p:sp>
    </p:spTree>
    <p:extLst>
      <p:ext uri="{BB962C8B-B14F-4D97-AF65-F5344CB8AC3E}">
        <p14:creationId xmlns:p14="http://schemas.microsoft.com/office/powerpoint/2010/main" val="3842821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1B70A0-10E9-D97F-9557-2490E3007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901840"/>
          </a:xfrm>
        </p:spPr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 err="1"/>
              <a:t>실험표</a:t>
            </a:r>
            <a:endParaRPr lang="ko-KR" altLang="en-US" dirty="0"/>
          </a:p>
        </p:txBody>
      </p:sp>
      <p:graphicFrame>
        <p:nvGraphicFramePr>
          <p:cNvPr id="5" name="내용 개체 틀 4">
            <a:extLst>
              <a:ext uri="{FF2B5EF4-FFF2-40B4-BE49-F238E27FC236}">
                <a16:creationId xmlns:a16="http://schemas.microsoft.com/office/drawing/2014/main" id="{CED366F6-051B-6D04-F538-2924A0E1EE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2043253"/>
              </p:ext>
            </p:extLst>
          </p:nvPr>
        </p:nvGraphicFramePr>
        <p:xfrm>
          <a:off x="1371600" y="2286000"/>
          <a:ext cx="9601194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199">
                  <a:extLst>
                    <a:ext uri="{9D8B030D-6E8A-4147-A177-3AD203B41FA5}">
                      <a16:colId xmlns:a16="http://schemas.microsoft.com/office/drawing/2014/main" val="292222574"/>
                    </a:ext>
                  </a:extLst>
                </a:gridCol>
                <a:gridCol w="1600199">
                  <a:extLst>
                    <a:ext uri="{9D8B030D-6E8A-4147-A177-3AD203B41FA5}">
                      <a16:colId xmlns:a16="http://schemas.microsoft.com/office/drawing/2014/main" val="1659278739"/>
                    </a:ext>
                  </a:extLst>
                </a:gridCol>
                <a:gridCol w="1600199">
                  <a:extLst>
                    <a:ext uri="{9D8B030D-6E8A-4147-A177-3AD203B41FA5}">
                      <a16:colId xmlns:a16="http://schemas.microsoft.com/office/drawing/2014/main" val="2740391152"/>
                    </a:ext>
                  </a:extLst>
                </a:gridCol>
                <a:gridCol w="1600199">
                  <a:extLst>
                    <a:ext uri="{9D8B030D-6E8A-4147-A177-3AD203B41FA5}">
                      <a16:colId xmlns:a16="http://schemas.microsoft.com/office/drawing/2014/main" val="228426777"/>
                    </a:ext>
                  </a:extLst>
                </a:gridCol>
                <a:gridCol w="1600199">
                  <a:extLst>
                    <a:ext uri="{9D8B030D-6E8A-4147-A177-3AD203B41FA5}">
                      <a16:colId xmlns:a16="http://schemas.microsoft.com/office/drawing/2014/main" val="1945317870"/>
                    </a:ext>
                  </a:extLst>
                </a:gridCol>
                <a:gridCol w="1600199">
                  <a:extLst>
                    <a:ext uri="{9D8B030D-6E8A-4147-A177-3AD203B41FA5}">
                      <a16:colId xmlns:a16="http://schemas.microsoft.com/office/drawing/2014/main" val="34558419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초기 데이터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MSE(RA)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상수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MSE(ZS)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23036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[50, 55, 48, 60]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[51.0, 51.0, 51.0, 59.0]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6.75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[49.0, 57.0, 49.0, 57.0]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3.75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46718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[20, -4, -29, -15]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[21.0, -3.0, -31.0, -15.0]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[20.0, -4.0, -28.0, -16.0]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787517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[1, 2, 3, 1]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[1.0, 3.0, 3.0, 1.0]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[1.0, 2.0, 3.0, 1.0]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105486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[13, -57, 20, -11]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[13.0, -59.0, 21.0, -11.0]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1.25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[13.0, -59.0, 21.0, -11.0]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1.25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950869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[80, -20, 1, -7]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[82.0, -22.0, 2.0, -6.0]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[78.0, -18.0, -2.0, -2.0]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10.5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802884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[12, 15, 13, 18]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[14.0, 14.0, 14.0, 18.0]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[12.0, 15.0, 13.0, 18.0]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96274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[12, -52, 38, -9]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[13.0, -51.0, 37.0, -11.0]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1.75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[4.0, -4.0, 6.0, -1.0]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864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710618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[-7, 10, 5, -2]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[-8.0, 10.0, 4.0, -2.0]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[1.0, 10.0, 5.0, -2.0]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9830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[50,53, 57, 62]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[52.0, 52.0, 60.0, 60.0]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[18.0, 21.0, 17.0, 22.0]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1312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03572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[18, 21, 23, 16]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[18.0, 22.0, 22.0, 18.0]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[18.0, 21.0, 23.0, 16.0]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2669787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7426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B9D1C8-5C5C-A803-E1D3-8D6067A8D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en-US" altLang="ko-KR" dirty="0" err="1"/>
              <a:t>CONVvs</a:t>
            </a:r>
            <a:r>
              <a:rPr lang="en-US" altLang="ko-KR" dirty="0"/>
              <a:t> FC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5CB7503-171C-4682-9FB7-4DBB0769BB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9996057"/>
              </p:ext>
            </p:extLst>
          </p:nvPr>
        </p:nvGraphicFramePr>
        <p:xfrm>
          <a:off x="3751413" y="3028661"/>
          <a:ext cx="4841570" cy="3542620"/>
        </p:xfrm>
        <a:graphic>
          <a:graphicData uri="http://schemas.openxmlformats.org/drawingml/2006/table">
            <a:tbl>
              <a:tblPr/>
              <a:tblGrid>
                <a:gridCol w="1130043">
                  <a:extLst>
                    <a:ext uri="{9D8B030D-6E8A-4147-A177-3AD203B41FA5}">
                      <a16:colId xmlns:a16="http://schemas.microsoft.com/office/drawing/2014/main" val="4132838414"/>
                    </a:ext>
                  </a:extLst>
                </a:gridCol>
                <a:gridCol w="1852772">
                  <a:extLst>
                    <a:ext uri="{9D8B030D-6E8A-4147-A177-3AD203B41FA5}">
                      <a16:colId xmlns:a16="http://schemas.microsoft.com/office/drawing/2014/main" val="813092040"/>
                    </a:ext>
                  </a:extLst>
                </a:gridCol>
                <a:gridCol w="1858755">
                  <a:extLst>
                    <a:ext uri="{9D8B030D-6E8A-4147-A177-3AD203B41FA5}">
                      <a16:colId xmlns:a16="http://schemas.microsoft.com/office/drawing/2014/main" val="1838833189"/>
                    </a:ext>
                  </a:extLst>
                </a:gridCol>
              </a:tblGrid>
              <a:tr h="41813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항목</a:t>
                      </a:r>
                      <a:endParaRPr lang="ko-KR" alt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8923" marR="68923" marT="91897" marB="9189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FC (Linear)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8923" marR="68923" marT="91897" marB="9189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CONV (Convolutional)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8923" marR="68923" marT="91897" marB="9189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8788663"/>
                  </a:ext>
                </a:extLst>
              </a:tr>
              <a:tr h="62489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입력 데이터</a:t>
                      </a:r>
                      <a:endParaRPr lang="ko-KR" alt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8923" marR="68923" marT="91897" marB="9189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  <a:r>
                        <a:rPr lang="en-US" altLang="ko-KR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 </a:t>
                      </a:r>
                      <a: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벡터 </a:t>
                      </a:r>
                      <a: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펴진 데이터</a:t>
                      </a:r>
                      <a: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68923" marR="68923" marT="91897" marB="9189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3D/4D </a:t>
                      </a:r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텐서 </a:t>
                      </a:r>
                      <a:r>
                        <a:rPr lang="en-US" altLang="ko-KR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입체 데이터</a:t>
                      </a:r>
                      <a:r>
                        <a:rPr lang="en-US" altLang="ko-KR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68923" marR="68923" marT="91897" marB="9189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054874"/>
                  </a:ext>
                </a:extLst>
              </a:tr>
              <a:tr h="62489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연산 방식</a:t>
                      </a:r>
                      <a:endParaRPr lang="ko-KR" alt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8923" marR="68923" marT="91897" marB="9189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행렬 곱셈 </a:t>
                      </a:r>
                      <a:r>
                        <a:rPr lang="en-US" altLang="ko-KR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Matrix Multiplication)</a:t>
                      </a:r>
                    </a:p>
                  </a:txBody>
                  <a:tcPr marL="68923" marR="68923" marT="91897" marB="9189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합성곱 연산 </a:t>
                      </a:r>
                      <a:r>
                        <a:rPr lang="en-US" altLang="ko-KR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Sliding Window)</a:t>
                      </a:r>
                    </a:p>
                  </a:txBody>
                  <a:tcPr marL="68923" marR="68923" marT="91897" marB="9189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18323"/>
                  </a:ext>
                </a:extLst>
              </a:tr>
              <a:tr h="62489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파라미터 수</a:t>
                      </a:r>
                      <a:endParaRPr lang="ko-KR" alt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8923" marR="68923" marT="91897" marB="9189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매우 많음</a:t>
                      </a:r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altLang="ko-KR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노드 수만큼 늘어남</a:t>
                      </a:r>
                      <a:r>
                        <a:rPr lang="en-US" altLang="ko-KR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68923" marR="68923" marT="91897" marB="9189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매우 적음</a:t>
                      </a:r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altLang="ko-KR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필터 크기에 고정됨</a:t>
                      </a:r>
                      <a:r>
                        <a:rPr lang="en-US" altLang="ko-KR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68923" marR="68923" marT="91897" marB="9189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0174343"/>
                  </a:ext>
                </a:extLst>
              </a:tr>
              <a:tr h="62489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주요 장점</a:t>
                      </a:r>
                      <a:endParaRPr lang="ko-KR" alt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8923" marR="68923" marT="91897" marB="9189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데이터 전체의 관계 파악 유리</a:t>
                      </a:r>
                    </a:p>
                  </a:txBody>
                  <a:tcPr marL="68923" marR="68923" marT="91897" marB="9189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공간 정보 유지</a:t>
                      </a:r>
                      <a:r>
                        <a:rPr lang="en-US" altLang="ko-KR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적은 연산량</a:t>
                      </a:r>
                    </a:p>
                  </a:txBody>
                  <a:tcPr marL="68923" marR="68923" marT="91897" marB="9189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2573657"/>
                  </a:ext>
                </a:extLst>
              </a:tr>
              <a:tr h="62489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주요 단점</a:t>
                      </a:r>
                      <a:endParaRPr lang="ko-KR" alt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8923" marR="68923" marT="91897" marB="9189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연산량 폭발</a:t>
                      </a:r>
                      <a:r>
                        <a:rPr lang="en-US" altLang="ko-KR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공간 정보 유실</a:t>
                      </a:r>
                    </a:p>
                  </a:txBody>
                  <a:tcPr marL="68923" marR="68923" marT="91897" marB="9189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전역적인 관계 파악에 한계</a:t>
                      </a:r>
                    </a:p>
                  </a:txBody>
                  <a:tcPr marL="68923" marR="68923" marT="91897" marB="9189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8464171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60EA0118-5E0D-3339-3895-F55043D39C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9098848"/>
              </p:ext>
            </p:extLst>
          </p:nvPr>
        </p:nvGraphicFramePr>
        <p:xfrm>
          <a:off x="1963174" y="1295400"/>
          <a:ext cx="8127999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17303397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74845806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325862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CONV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FC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8593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입력 차원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4D(K, C, H, W)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2D(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K, C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952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채널 위치 변경</a:t>
                      </a:r>
                      <a:r>
                        <a:rPr lang="en-US" altLang="ko-KR" dirty="0"/>
                        <a:t>(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permute</a:t>
                      </a:r>
                      <a:r>
                        <a:rPr lang="en-US" altLang="ko-KR" dirty="0"/>
                        <a:t>) </a:t>
                      </a:r>
                      <a:r>
                        <a:rPr lang="ko-KR" altLang="en-US" dirty="0"/>
                        <a:t>필요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바로 </a:t>
                      </a:r>
                      <a:r>
                        <a:rPr lang="en-US" altLang="ko-KR" dirty="0"/>
                        <a:t>reshape </a:t>
                      </a:r>
                      <a:r>
                        <a:rPr lang="ko-KR" altLang="en-US" dirty="0"/>
                        <a:t>가능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373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Grouping </a:t>
                      </a:r>
                      <a:r>
                        <a:rPr lang="ko-KR" altLang="en-US" dirty="0"/>
                        <a:t>단위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커널 내의 채널 방향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행렬 내 연속된 원소들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53891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0789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26A2CE-0718-93F8-8650-08BEE925D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/>
          </a:bodyPr>
          <a:lstStyle/>
          <a:p>
            <a:r>
              <a:rPr lang="en-US" altLang="ko-KR" dirty="0"/>
              <a:t>2. CONV vs FC</a:t>
            </a:r>
            <a:endParaRPr lang="ko-KR" alt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F89C22-0475-4427-B7C8-0269AD40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8CAB3E-827E-9C75-2A83-6C6951347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562" y="2286000"/>
            <a:ext cx="5072437" cy="3581400"/>
          </a:xfrm>
        </p:spPr>
        <p:txBody>
          <a:bodyPr>
            <a:normAutofit/>
          </a:bodyPr>
          <a:lstStyle/>
          <a:p>
            <a:r>
              <a:rPr lang="en-US" altLang="ko-KR" sz="1800"/>
              <a:t>FC</a:t>
            </a:r>
            <a:br>
              <a:rPr lang="en-US" altLang="ko-KR" sz="1800"/>
            </a:br>
            <a:r>
              <a:rPr lang="en-US" altLang="ko-KR" sz="1800"/>
              <a:t>1. </a:t>
            </a:r>
            <a:r>
              <a:rPr lang="ko-KR" altLang="en-US" sz="1800"/>
              <a:t>입력 노드와 출력 노드가 </a:t>
            </a:r>
            <a:r>
              <a:rPr lang="en-US" altLang="ko-KR" sz="1800"/>
              <a:t>1:1</a:t>
            </a:r>
            <a:r>
              <a:rPr lang="ko-KR" altLang="en-US" sz="1800"/>
              <a:t>로 전부 연결됨</a:t>
            </a:r>
            <a:br>
              <a:rPr lang="en-US" altLang="ko-KR" sz="1800"/>
            </a:br>
            <a:r>
              <a:rPr lang="en-US" altLang="ko-KR" sz="1800"/>
              <a:t>2. </a:t>
            </a:r>
            <a:r>
              <a:rPr lang="ko-KR" altLang="en-US" sz="1800"/>
              <a:t>입력 데이터가 </a:t>
            </a:r>
            <a:r>
              <a:rPr lang="en-US" altLang="ko-KR" sz="1800"/>
              <a:t>2D</a:t>
            </a:r>
            <a:r>
              <a:rPr lang="ko-KR" altLang="en-US" sz="1800"/>
              <a:t>나 </a:t>
            </a:r>
            <a:r>
              <a:rPr lang="en-US" altLang="ko-KR" sz="1800"/>
              <a:t>3D</a:t>
            </a:r>
            <a:r>
              <a:rPr lang="ko-KR" altLang="en-US" sz="1800"/>
              <a:t>라면</a:t>
            </a:r>
            <a:r>
              <a:rPr lang="en-US" altLang="ko-KR" sz="1800"/>
              <a:t>, </a:t>
            </a:r>
            <a:r>
              <a:rPr lang="ko-KR" altLang="en-US" sz="1800"/>
              <a:t>이를 무조건 </a:t>
            </a:r>
            <a:r>
              <a:rPr lang="en-US" altLang="ko-KR" sz="1800"/>
              <a:t>1</a:t>
            </a:r>
            <a:r>
              <a:rPr lang="ko-KR" altLang="en-US" sz="1800"/>
              <a:t>차원</a:t>
            </a:r>
            <a:r>
              <a:rPr lang="en-US" altLang="ko-KR" sz="1800"/>
              <a:t>(Flat)</a:t>
            </a:r>
            <a:r>
              <a:rPr lang="ko-KR" altLang="en-US" sz="1800"/>
              <a:t>으로 펴서 집어넣어야 합니다</a:t>
            </a:r>
            <a:r>
              <a:rPr lang="en-US" altLang="ko-KR" sz="1800"/>
              <a:t>.</a:t>
            </a:r>
            <a:br>
              <a:rPr lang="en-US" altLang="ko-KR" sz="1800"/>
            </a:br>
            <a:r>
              <a:rPr lang="en-US" altLang="ko-KR" sz="1800"/>
              <a:t>3. </a:t>
            </a:r>
            <a:r>
              <a:rPr lang="ko-KR" altLang="en-US" sz="1800"/>
              <a:t>데이터 간의 공간적 위치 정보가 무시됨</a:t>
            </a:r>
            <a:endParaRPr lang="en-US" altLang="ko-KR" sz="1800"/>
          </a:p>
          <a:p>
            <a:r>
              <a:rPr lang="en-US" altLang="ko-KR" sz="1800"/>
              <a:t>CONV</a:t>
            </a:r>
            <a:br>
              <a:rPr lang="en-US" altLang="ko-KR" sz="1800"/>
            </a:br>
            <a:r>
              <a:rPr lang="en-US" altLang="ko-KR" sz="1800"/>
              <a:t>1. </a:t>
            </a:r>
            <a:r>
              <a:rPr lang="ko-KR" altLang="en-US" sz="1800"/>
              <a:t>필터</a:t>
            </a:r>
            <a:r>
              <a:rPr lang="en-US" altLang="ko-KR" sz="1800"/>
              <a:t>(Kernel)</a:t>
            </a:r>
            <a:r>
              <a:rPr lang="ko-KR" altLang="en-US" sz="1800"/>
              <a:t>가 이미지 위를 슬라이딩하며 국소적인 영역</a:t>
            </a:r>
            <a:r>
              <a:rPr lang="en-US" altLang="ko-KR" sz="1800"/>
              <a:t>(Local receptive field)</a:t>
            </a:r>
            <a:r>
              <a:rPr lang="ko-KR" altLang="en-US" sz="1800"/>
              <a:t>만 계산</a:t>
            </a:r>
            <a:br>
              <a:rPr lang="en-US" altLang="ko-KR" sz="1800"/>
            </a:br>
            <a:r>
              <a:rPr lang="en-US" altLang="ko-KR" sz="1800"/>
              <a:t>2. </a:t>
            </a:r>
            <a:r>
              <a:rPr lang="ko-KR" altLang="en-US" sz="1800"/>
              <a:t>데이터의 공간적인 구조</a:t>
            </a:r>
            <a:r>
              <a:rPr lang="en-US" altLang="ko-KR" sz="1800"/>
              <a:t>(</a:t>
            </a:r>
            <a:r>
              <a:rPr lang="ko-KR" altLang="en-US" sz="1800"/>
              <a:t>이미지의 상하좌우 관계</a:t>
            </a:r>
            <a:r>
              <a:rPr lang="en-US" altLang="ko-KR" sz="1800"/>
              <a:t>)</a:t>
            </a:r>
            <a:r>
              <a:rPr lang="ko-KR" altLang="en-US" sz="1800"/>
              <a:t>를 그대로 유지하며 특징을 뽑아냄</a:t>
            </a:r>
            <a:br>
              <a:rPr lang="en-US" altLang="ko-KR" sz="1800"/>
            </a:br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1569782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A28986D-99C0-4903-3621-31B3577AC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r"/>
            <a:r>
              <a:rPr lang="en-US" altLang="ko-KR" sz="5400">
                <a:solidFill>
                  <a:schemeClr val="bg2"/>
                </a:solidFill>
              </a:rPr>
              <a:t>3. </a:t>
            </a:r>
            <a:r>
              <a:rPr lang="ko-KR" altLang="en-US" sz="5400">
                <a:solidFill>
                  <a:schemeClr val="bg2"/>
                </a:solidFill>
              </a:rPr>
              <a:t>분석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678C74-83B1-7F5C-EFA1-4238F00C95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3411931128"/>
      </p:ext>
    </p:extLst>
  </p:cSld>
  <p:clrMapOvr>
    <a:masterClrMapping/>
  </p:clrMapOvr>
</p:sld>
</file>

<file path=ppt/theme/theme1.xml><?xml version="1.0" encoding="utf-8"?>
<a:theme xmlns:a="http://schemas.openxmlformats.org/drawingml/2006/main" name="자르기">
  <a:themeElements>
    <a:clrScheme name="자르기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자르기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자르기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TM10001105[[fn=자르기]]</Template>
  <TotalTime>37</TotalTime>
  <Words>583</Words>
  <Application>Microsoft Office PowerPoint</Application>
  <PresentationFormat>와이드스크린</PresentationFormat>
  <Paragraphs>106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Google Sans Text</vt:lpstr>
      <vt:lpstr>맑은 고딕</vt:lpstr>
      <vt:lpstr>Franklin Gothic Book</vt:lpstr>
      <vt:lpstr>자르기</vt:lpstr>
      <vt:lpstr>실험 케이스</vt:lpstr>
      <vt:lpstr>목차</vt:lpstr>
      <vt:lpstr>1. 실험표</vt:lpstr>
      <vt:lpstr>2. CONVvs FC</vt:lpstr>
      <vt:lpstr>2. CONV vs FC</vt:lpstr>
      <vt:lpstr>3. 분석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최성우</dc:creator>
  <cp:lastModifiedBy>최성우</cp:lastModifiedBy>
  <cp:revision>1</cp:revision>
  <dcterms:created xsi:type="dcterms:W3CDTF">2026-03-15T16:49:06Z</dcterms:created>
  <dcterms:modified xsi:type="dcterms:W3CDTF">2026-03-16T06:06:50Z</dcterms:modified>
</cp:coreProperties>
</file>