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579" r:id="rId2"/>
    <p:sldId id="628" r:id="rId3"/>
    <p:sldId id="629" r:id="rId4"/>
    <p:sldId id="636" r:id="rId5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9" roundtripDataSignature="AMtx7mi60wwQBXdufn43yw7rgc2Btalb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43434"/>
    <a:srgbClr val="77B900"/>
    <a:srgbClr val="060048"/>
    <a:srgbClr val="060348"/>
    <a:srgbClr val="35ECFD"/>
    <a:srgbClr val="FE27FD"/>
    <a:srgbClr val="050145"/>
    <a:srgbClr val="F036F6"/>
    <a:srgbClr val="DC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1119B-C670-4028-B161-2B7D3D298A30}" v="80" dt="2026-03-29T19:25:29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18" autoAdjust="0"/>
    <p:restoredTop sz="97384" autoAdjust="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0" Type="http://schemas.openxmlformats.org/officeDocument/2006/relationships/presProps" Target="presProps.xml"/><Relationship Id="rId125" Type="http://schemas.microsoft.com/office/2015/10/relationships/revisionInfo" Target="revisionInfo.xml"/><Relationship Id="rId124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119" Type="http://customschemas.google.com/relationships/presentationmetadata" Target="metadata"/><Relationship Id="rId122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undo custSel addSld delSld modSld">
      <pc:chgData name="성우 최" userId="b39b9c6800b01a47" providerId="LiveId" clId="{86918D44-C542-442D-8291-F46EC03904AF}" dt="2026-03-30T05:06:54.366" v="989" actId="14100"/>
      <pc:docMkLst>
        <pc:docMk/>
      </pc:docMkLst>
      <pc:sldChg chg="addSp delSp modSp mod setBg">
        <pc:chgData name="성우 최" userId="b39b9c6800b01a47" providerId="LiveId" clId="{86918D44-C542-442D-8291-F46EC03904AF}" dt="2026-03-29T18:48:26.825" v="487" actId="1076"/>
        <pc:sldMkLst>
          <pc:docMk/>
          <pc:sldMk cId="1720874513" sldId="628"/>
        </pc:sldMkLst>
        <pc:spChg chg="add del mod">
          <ac:chgData name="성우 최" userId="b39b9c6800b01a47" providerId="LiveId" clId="{86918D44-C542-442D-8291-F46EC03904AF}" dt="2026-03-29T18:44:50.137" v="304" actId="478"/>
          <ac:spMkLst>
            <pc:docMk/>
            <pc:sldMk cId="1720874513" sldId="628"/>
            <ac:spMk id="3" creationId="{41206417-9389-10E6-6C44-0BEED08E44EB}"/>
          </ac:spMkLst>
        </pc:spChg>
        <pc:spChg chg="del mod">
          <ac:chgData name="성우 최" userId="b39b9c6800b01a47" providerId="LiveId" clId="{86918D44-C542-442D-8291-F46EC03904AF}" dt="2026-03-29T18:41:48.269" v="141" actId="478"/>
          <ac:spMkLst>
            <pc:docMk/>
            <pc:sldMk cId="1720874513" sldId="628"/>
            <ac:spMk id="6" creationId="{EBE37C29-BE2D-02B2-CB82-F09AB08495B9}"/>
          </ac:spMkLst>
        </pc:spChg>
        <pc:spChg chg="add del mod">
          <ac:chgData name="성우 최" userId="b39b9c6800b01a47" providerId="LiveId" clId="{86918D44-C542-442D-8291-F46EC03904AF}" dt="2026-03-29T18:44:51.526" v="305" actId="478"/>
          <ac:spMkLst>
            <pc:docMk/>
            <pc:sldMk cId="1720874513" sldId="628"/>
            <ac:spMk id="7" creationId="{BCA635CF-63CD-A4AB-CCD6-73C7EFE0C2E2}"/>
          </ac:spMkLst>
        </pc:spChg>
        <pc:spChg chg="add del mod">
          <ac:chgData name="성우 최" userId="b39b9c6800b01a47" providerId="LiveId" clId="{86918D44-C542-442D-8291-F46EC03904AF}" dt="2026-03-29T18:44:53.017" v="306" actId="478"/>
          <ac:spMkLst>
            <pc:docMk/>
            <pc:sldMk cId="1720874513" sldId="628"/>
            <ac:spMk id="8" creationId="{187C653F-945A-CBAC-A347-C9BF86E57CD7}"/>
          </ac:spMkLst>
        </pc:spChg>
        <pc:spChg chg="add del mod">
          <ac:chgData name="성우 최" userId="b39b9c6800b01a47" providerId="LiveId" clId="{86918D44-C542-442D-8291-F46EC03904AF}" dt="2026-03-29T18:44:08.730" v="222" actId="478"/>
          <ac:spMkLst>
            <pc:docMk/>
            <pc:sldMk cId="1720874513" sldId="628"/>
            <ac:spMk id="9" creationId="{74FBBAC1-A05F-C68F-522C-8101BB48E55C}"/>
          </ac:spMkLst>
        </pc:spChg>
        <pc:spChg chg="add mod">
          <ac:chgData name="성우 최" userId="b39b9c6800b01a47" providerId="LiveId" clId="{86918D44-C542-442D-8291-F46EC03904AF}" dt="2026-03-29T18:45:04.011" v="308" actId="1076"/>
          <ac:spMkLst>
            <pc:docMk/>
            <pc:sldMk cId="1720874513" sldId="628"/>
            <ac:spMk id="10" creationId="{D0225485-4760-1B95-20FB-85DBA1741090}"/>
          </ac:spMkLst>
        </pc:spChg>
        <pc:spChg chg="add del mod">
          <ac:chgData name="성우 최" userId="b39b9c6800b01a47" providerId="LiveId" clId="{86918D44-C542-442D-8291-F46EC03904AF}" dt="2026-03-29T18:44:13.196" v="223" actId="478"/>
          <ac:spMkLst>
            <pc:docMk/>
            <pc:sldMk cId="1720874513" sldId="628"/>
            <ac:spMk id="11" creationId="{778F72F1-1F74-AF8E-9ED9-E84FBDE31320}"/>
          </ac:spMkLst>
        </pc:spChg>
        <pc:spChg chg="add mod">
          <ac:chgData name="성우 최" userId="b39b9c6800b01a47" providerId="LiveId" clId="{86918D44-C542-442D-8291-F46EC03904AF}" dt="2026-03-29T18:44:59.896" v="307" actId="1076"/>
          <ac:spMkLst>
            <pc:docMk/>
            <pc:sldMk cId="1720874513" sldId="628"/>
            <ac:spMk id="12" creationId="{DF3C6BC7-3821-864E-EB0B-BE2E8954C96E}"/>
          </ac:spMkLst>
        </pc:spChg>
        <pc:spChg chg="add mod">
          <ac:chgData name="성우 최" userId="b39b9c6800b01a47" providerId="LiveId" clId="{86918D44-C542-442D-8291-F46EC03904AF}" dt="2026-03-29T18:45:08.324" v="309" actId="1076"/>
          <ac:spMkLst>
            <pc:docMk/>
            <pc:sldMk cId="1720874513" sldId="628"/>
            <ac:spMk id="13" creationId="{DD81E7D8-2DD2-D81C-1C0C-428074AD33B5}"/>
          </ac:spMkLst>
        </pc:spChg>
        <pc:spChg chg="add mod">
          <ac:chgData name="성우 최" userId="b39b9c6800b01a47" providerId="LiveId" clId="{86918D44-C542-442D-8291-F46EC03904AF}" dt="2026-03-29T18:47:04.068" v="388" actId="20577"/>
          <ac:spMkLst>
            <pc:docMk/>
            <pc:sldMk cId="1720874513" sldId="628"/>
            <ac:spMk id="18" creationId="{CF1B6ABF-A603-4F18-E56D-B5F465FA993D}"/>
          </ac:spMkLst>
        </pc:spChg>
        <pc:spChg chg="add mod">
          <ac:chgData name="성우 최" userId="b39b9c6800b01a47" providerId="LiveId" clId="{86918D44-C542-442D-8291-F46EC03904AF}" dt="2026-03-29T18:47:15.400" v="430" actId="20577"/>
          <ac:spMkLst>
            <pc:docMk/>
            <pc:sldMk cId="1720874513" sldId="628"/>
            <ac:spMk id="19" creationId="{3F27F326-B37E-20F6-05B8-4E8B2882CB07}"/>
          </ac:spMkLst>
        </pc:spChg>
        <pc:spChg chg="add mod">
          <ac:chgData name="성우 최" userId="b39b9c6800b01a47" providerId="LiveId" clId="{86918D44-C542-442D-8291-F46EC03904AF}" dt="2026-03-29T18:46:38.218" v="347" actId="14100"/>
          <ac:spMkLst>
            <pc:docMk/>
            <pc:sldMk cId="1720874513" sldId="628"/>
            <ac:spMk id="24" creationId="{1F7CD408-7413-CAB9-76A8-4D98331BB709}"/>
          </ac:spMkLst>
        </pc:spChg>
        <pc:spChg chg="add mod">
          <ac:chgData name="성우 최" userId="b39b9c6800b01a47" providerId="LiveId" clId="{86918D44-C542-442D-8291-F46EC03904AF}" dt="2026-03-29T18:46:50.169" v="351" actId="20577"/>
          <ac:spMkLst>
            <pc:docMk/>
            <pc:sldMk cId="1720874513" sldId="628"/>
            <ac:spMk id="25" creationId="{0D64B3C8-7DB9-0F8A-3F06-DECA4EF4C532}"/>
          </ac:spMkLst>
        </pc:spChg>
        <pc:spChg chg="add mod">
          <ac:chgData name="성우 최" userId="b39b9c6800b01a47" providerId="LiveId" clId="{86918D44-C542-442D-8291-F46EC03904AF}" dt="2026-03-29T18:47:34.211" v="431"/>
          <ac:spMkLst>
            <pc:docMk/>
            <pc:sldMk cId="1720874513" sldId="628"/>
            <ac:spMk id="26" creationId="{BB9DE660-4A48-07FE-1A6F-97D3BBFDBCCB}"/>
          </ac:spMkLst>
        </pc:spChg>
        <pc:spChg chg="add mod">
          <ac:chgData name="성우 최" userId="b39b9c6800b01a47" providerId="LiveId" clId="{86918D44-C542-442D-8291-F46EC03904AF}" dt="2026-03-29T18:48:26.825" v="487" actId="1076"/>
          <ac:spMkLst>
            <pc:docMk/>
            <pc:sldMk cId="1720874513" sldId="628"/>
            <ac:spMk id="27" creationId="{17ECCE78-C0E2-CC6C-DD9F-69680AF619AB}"/>
          </ac:spMkLst>
        </pc:spChg>
        <pc:cxnChg chg="add del">
          <ac:chgData name="성우 최" userId="b39b9c6800b01a47" providerId="LiveId" clId="{86918D44-C542-442D-8291-F46EC03904AF}" dt="2026-03-29T18:39:56.733" v="40" actId="11529"/>
          <ac:cxnSpMkLst>
            <pc:docMk/>
            <pc:sldMk cId="1720874513" sldId="628"/>
            <ac:cxnSpMk id="5" creationId="{41B93B3A-3E25-74C8-71FB-22C770EEC29C}"/>
          </ac:cxnSpMkLst>
        </pc:cxnChg>
        <pc:cxnChg chg="add mod">
          <ac:chgData name="성우 최" userId="b39b9c6800b01a47" providerId="LiveId" clId="{86918D44-C542-442D-8291-F46EC03904AF}" dt="2026-03-29T18:45:25.532" v="311" actId="208"/>
          <ac:cxnSpMkLst>
            <pc:docMk/>
            <pc:sldMk cId="1720874513" sldId="628"/>
            <ac:cxnSpMk id="15" creationId="{8577B8CF-80A0-7920-2B74-1A01D8B747A7}"/>
          </ac:cxnSpMkLst>
        </pc:cxnChg>
        <pc:cxnChg chg="add mod">
          <ac:chgData name="성우 최" userId="b39b9c6800b01a47" providerId="LiveId" clId="{86918D44-C542-442D-8291-F46EC03904AF}" dt="2026-03-29T18:45:37.069" v="313" actId="208"/>
          <ac:cxnSpMkLst>
            <pc:docMk/>
            <pc:sldMk cId="1720874513" sldId="628"/>
            <ac:cxnSpMk id="17" creationId="{326BCF92-4A5B-B850-9A0A-907458CF8CCD}"/>
          </ac:cxnSpMkLst>
        </pc:cxnChg>
        <pc:cxnChg chg="add">
          <ac:chgData name="성우 최" userId="b39b9c6800b01a47" providerId="LiveId" clId="{86918D44-C542-442D-8291-F46EC03904AF}" dt="2026-03-29T18:46:06.951" v="318" actId="11529"/>
          <ac:cxnSpMkLst>
            <pc:docMk/>
            <pc:sldMk cId="1720874513" sldId="628"/>
            <ac:cxnSpMk id="21" creationId="{8BAF2C84-7A14-8E60-C441-F0410170BB91}"/>
          </ac:cxnSpMkLst>
        </pc:cxnChg>
        <pc:cxnChg chg="add">
          <ac:chgData name="성우 최" userId="b39b9c6800b01a47" providerId="LiveId" clId="{86918D44-C542-442D-8291-F46EC03904AF}" dt="2026-03-29T18:46:13.413" v="319" actId="11529"/>
          <ac:cxnSpMkLst>
            <pc:docMk/>
            <pc:sldMk cId="1720874513" sldId="628"/>
            <ac:cxnSpMk id="23" creationId="{99AD3E1A-1DF4-1262-3F1F-05F7AD046297}"/>
          </ac:cxnSpMkLst>
        </pc:cxnChg>
        <pc:cxnChg chg="add mod">
          <ac:chgData name="성우 최" userId="b39b9c6800b01a47" providerId="LiveId" clId="{86918D44-C542-442D-8291-F46EC03904AF}" dt="2026-03-29T18:48:26.825" v="487" actId="1076"/>
          <ac:cxnSpMkLst>
            <pc:docMk/>
            <pc:sldMk cId="1720874513" sldId="628"/>
            <ac:cxnSpMk id="29" creationId="{CB49B0E3-1B35-C0B9-34A7-FA7D41D75AD9}"/>
          </ac:cxnSpMkLst>
        </pc:cxnChg>
        <pc:cxnChg chg="add mod">
          <ac:chgData name="성우 최" userId="b39b9c6800b01a47" providerId="LiveId" clId="{86918D44-C542-442D-8291-F46EC03904AF}" dt="2026-03-29T18:48:26.825" v="487" actId="1076"/>
          <ac:cxnSpMkLst>
            <pc:docMk/>
            <pc:sldMk cId="1720874513" sldId="628"/>
            <ac:cxnSpMk id="31" creationId="{6C22A649-7087-53F2-5F6D-B347030B04D2}"/>
          </ac:cxnSpMkLst>
        </pc:cxnChg>
      </pc:sldChg>
      <pc:sldChg chg="addSp delSp modSp mod">
        <pc:chgData name="성우 최" userId="b39b9c6800b01a47" providerId="LiveId" clId="{86918D44-C542-442D-8291-F46EC03904AF}" dt="2026-03-30T05:06:42.691" v="988" actId="14100"/>
        <pc:sldMkLst>
          <pc:docMk/>
          <pc:sldMk cId="3187522303" sldId="629"/>
        </pc:sldMkLst>
        <pc:spChg chg="mod">
          <ac:chgData name="성우 최" userId="b39b9c6800b01a47" providerId="LiveId" clId="{86918D44-C542-442D-8291-F46EC03904AF}" dt="2026-03-29T18:48:41.342" v="507" actId="20577"/>
          <ac:spMkLst>
            <pc:docMk/>
            <pc:sldMk cId="3187522303" sldId="629"/>
            <ac:spMk id="2" creationId="{3389B28A-039C-54D9-2F43-753442A3F313}"/>
          </ac:spMkLst>
        </pc:spChg>
        <pc:spChg chg="del mod">
          <ac:chgData name="성우 최" userId="b39b9c6800b01a47" providerId="LiveId" clId="{86918D44-C542-442D-8291-F46EC03904AF}" dt="2026-03-29T19:05:44.127" v="617" actId="478"/>
          <ac:spMkLst>
            <pc:docMk/>
            <pc:sldMk cId="3187522303" sldId="629"/>
            <ac:spMk id="6" creationId="{D20C229F-53A0-8D7C-884E-CF9849A2755E}"/>
          </ac:spMkLst>
        </pc:spChg>
        <pc:spChg chg="add del">
          <ac:chgData name="성우 최" userId="b39b9c6800b01a47" providerId="LiveId" clId="{86918D44-C542-442D-8291-F46EC03904AF}" dt="2026-03-29T18:59:49.370" v="540" actId="478"/>
          <ac:spMkLst>
            <pc:docMk/>
            <pc:sldMk cId="3187522303" sldId="629"/>
            <ac:spMk id="8" creationId="{0F04E09E-7C1B-206B-5B83-4CA5061B74CE}"/>
          </ac:spMkLst>
        </pc:spChg>
        <pc:spChg chg="add del mod">
          <ac:chgData name="성우 최" userId="b39b9c6800b01a47" providerId="LiveId" clId="{86918D44-C542-442D-8291-F46EC03904AF}" dt="2026-03-29T19:09:19.086" v="676"/>
          <ac:spMkLst>
            <pc:docMk/>
            <pc:sldMk cId="3187522303" sldId="629"/>
            <ac:spMk id="28" creationId="{D1F8A6AE-1E43-E29F-CAAA-9D24CBF2F30A}"/>
          </ac:spMkLst>
        </pc:spChg>
        <pc:spChg chg="add mod">
          <ac:chgData name="성우 최" userId="b39b9c6800b01a47" providerId="LiveId" clId="{86918D44-C542-442D-8291-F46EC03904AF}" dt="2026-03-29T19:09:27.344" v="680" actId="14100"/>
          <ac:spMkLst>
            <pc:docMk/>
            <pc:sldMk cId="3187522303" sldId="629"/>
            <ac:spMk id="29" creationId="{E772764C-3A14-A584-0525-F5A93B2961E9}"/>
          </ac:spMkLst>
        </pc:spChg>
        <pc:spChg chg="add mod">
          <ac:chgData name="성우 최" userId="b39b9c6800b01a47" providerId="LiveId" clId="{86918D44-C542-442D-8291-F46EC03904AF}" dt="2026-03-29T19:17:22.557" v="774" actId="14100"/>
          <ac:spMkLst>
            <pc:docMk/>
            <pc:sldMk cId="3187522303" sldId="629"/>
            <ac:spMk id="30" creationId="{DCAB33D0-3E7F-53EB-C527-A3C12F2B2DBE}"/>
          </ac:spMkLst>
        </pc:spChg>
        <pc:spChg chg="add mod">
          <ac:chgData name="성우 최" userId="b39b9c6800b01a47" providerId="LiveId" clId="{86918D44-C542-442D-8291-F46EC03904AF}" dt="2026-03-29T19:17:25.526" v="778" actId="20577"/>
          <ac:spMkLst>
            <pc:docMk/>
            <pc:sldMk cId="3187522303" sldId="629"/>
            <ac:spMk id="31" creationId="{C4828FEC-EACF-B8B0-2D58-819FEAC4CA83}"/>
          </ac:spMkLst>
        </pc:spChg>
        <pc:spChg chg="add mod">
          <ac:chgData name="성우 최" userId="b39b9c6800b01a47" providerId="LiveId" clId="{86918D44-C542-442D-8291-F46EC03904AF}" dt="2026-03-29T19:17:35.412" v="784" actId="14100"/>
          <ac:spMkLst>
            <pc:docMk/>
            <pc:sldMk cId="3187522303" sldId="629"/>
            <ac:spMk id="32" creationId="{3DC26DD8-C0DD-4962-D1CA-0714741CC3B3}"/>
          </ac:spMkLst>
        </pc:spChg>
        <pc:spChg chg="add mod">
          <ac:chgData name="성우 최" userId="b39b9c6800b01a47" providerId="LiveId" clId="{86918D44-C542-442D-8291-F46EC03904AF}" dt="2026-03-29T19:11:30.185" v="698" actId="1076"/>
          <ac:spMkLst>
            <pc:docMk/>
            <pc:sldMk cId="3187522303" sldId="629"/>
            <ac:spMk id="33" creationId="{EDCF6548-D473-319F-F92E-AC537BCB27D8}"/>
          </ac:spMkLst>
        </pc:spChg>
        <pc:spChg chg="add mod">
          <ac:chgData name="성우 최" userId="b39b9c6800b01a47" providerId="LiveId" clId="{86918D44-C542-442D-8291-F46EC03904AF}" dt="2026-03-29T19:17:47.859" v="790" actId="14100"/>
          <ac:spMkLst>
            <pc:docMk/>
            <pc:sldMk cId="3187522303" sldId="629"/>
            <ac:spMk id="34" creationId="{32DD6C15-6912-0216-3901-2CB61C7814AC}"/>
          </ac:spMkLst>
        </pc:spChg>
        <pc:spChg chg="add del mod">
          <ac:chgData name="성우 최" userId="b39b9c6800b01a47" providerId="LiveId" clId="{86918D44-C542-442D-8291-F46EC03904AF}" dt="2026-03-29T19:17:54.424" v="796" actId="20577"/>
          <ac:spMkLst>
            <pc:docMk/>
            <pc:sldMk cId="3187522303" sldId="629"/>
            <ac:spMk id="35" creationId="{F3B7A653-B722-041B-A8DF-F546F85497A7}"/>
          </ac:spMkLst>
        </pc:spChg>
        <pc:spChg chg="add mod">
          <ac:chgData name="성우 최" userId="b39b9c6800b01a47" providerId="LiveId" clId="{86918D44-C542-442D-8291-F46EC03904AF}" dt="2026-03-29T19:18:01.793" v="802" actId="14100"/>
          <ac:spMkLst>
            <pc:docMk/>
            <pc:sldMk cId="3187522303" sldId="629"/>
            <ac:spMk id="36" creationId="{1DC3E6D5-FEFE-FA32-1B56-9BED5AFC75E6}"/>
          </ac:spMkLst>
        </pc:spChg>
        <pc:spChg chg="add mod">
          <ac:chgData name="성우 최" userId="b39b9c6800b01a47" providerId="LiveId" clId="{86918D44-C542-442D-8291-F46EC03904AF}" dt="2026-03-29T19:11:39.498" v="700" actId="1076"/>
          <ac:spMkLst>
            <pc:docMk/>
            <pc:sldMk cId="3187522303" sldId="629"/>
            <ac:spMk id="37" creationId="{63D86540-0466-8DEB-C506-11D139EB6DD3}"/>
          </ac:spMkLst>
        </pc:spChg>
        <pc:spChg chg="add mod">
          <ac:chgData name="성우 최" userId="b39b9c6800b01a47" providerId="LiveId" clId="{86918D44-C542-442D-8291-F46EC03904AF}" dt="2026-03-29T19:11:39.498" v="700" actId="1076"/>
          <ac:spMkLst>
            <pc:docMk/>
            <pc:sldMk cId="3187522303" sldId="629"/>
            <ac:spMk id="38" creationId="{93303C0C-A839-76BE-48FC-F4EDC8633431}"/>
          </ac:spMkLst>
        </pc:spChg>
        <pc:spChg chg="add mod">
          <ac:chgData name="성우 최" userId="b39b9c6800b01a47" providerId="LiveId" clId="{86918D44-C542-442D-8291-F46EC03904AF}" dt="2026-03-29T19:11:39.498" v="700" actId="1076"/>
          <ac:spMkLst>
            <pc:docMk/>
            <pc:sldMk cId="3187522303" sldId="629"/>
            <ac:spMk id="39" creationId="{6D1B7C18-44C6-8BD2-B86F-658B47A40413}"/>
          </ac:spMkLst>
        </pc:spChg>
        <pc:spChg chg="add mod">
          <ac:chgData name="성우 최" userId="b39b9c6800b01a47" providerId="LiveId" clId="{86918D44-C542-442D-8291-F46EC03904AF}" dt="2026-03-29T19:11:39.498" v="700" actId="1076"/>
          <ac:spMkLst>
            <pc:docMk/>
            <pc:sldMk cId="3187522303" sldId="629"/>
            <ac:spMk id="40" creationId="{B129ACAA-4973-405F-556A-24F1323DD68C}"/>
          </ac:spMkLst>
        </pc:spChg>
        <pc:spChg chg="add mod">
          <ac:chgData name="성우 최" userId="b39b9c6800b01a47" providerId="LiveId" clId="{86918D44-C542-442D-8291-F46EC03904AF}" dt="2026-03-29T19:11:47.124" v="702" actId="1076"/>
          <ac:spMkLst>
            <pc:docMk/>
            <pc:sldMk cId="3187522303" sldId="629"/>
            <ac:spMk id="41" creationId="{3E595B7F-96E6-00FA-EE1B-4BBD43149F4B}"/>
          </ac:spMkLst>
        </pc:spChg>
        <pc:spChg chg="add mod">
          <ac:chgData name="성우 최" userId="b39b9c6800b01a47" providerId="LiveId" clId="{86918D44-C542-442D-8291-F46EC03904AF}" dt="2026-03-29T19:11:47.124" v="702" actId="1076"/>
          <ac:spMkLst>
            <pc:docMk/>
            <pc:sldMk cId="3187522303" sldId="629"/>
            <ac:spMk id="42" creationId="{23A8AFAB-854E-A544-E550-A9B48BDD67D5}"/>
          </ac:spMkLst>
        </pc:spChg>
        <pc:spChg chg="add mod">
          <ac:chgData name="성우 최" userId="b39b9c6800b01a47" providerId="LiveId" clId="{86918D44-C542-442D-8291-F46EC03904AF}" dt="2026-03-29T19:11:47.124" v="702" actId="1076"/>
          <ac:spMkLst>
            <pc:docMk/>
            <pc:sldMk cId="3187522303" sldId="629"/>
            <ac:spMk id="43" creationId="{1CC5E587-E356-4ED3-6C1D-5E79906D2CD0}"/>
          </ac:spMkLst>
        </pc:spChg>
        <pc:spChg chg="add mod">
          <ac:chgData name="성우 최" userId="b39b9c6800b01a47" providerId="LiveId" clId="{86918D44-C542-442D-8291-F46EC03904AF}" dt="2026-03-29T19:11:47.124" v="702" actId="1076"/>
          <ac:spMkLst>
            <pc:docMk/>
            <pc:sldMk cId="3187522303" sldId="629"/>
            <ac:spMk id="44" creationId="{431E6A53-4D83-E182-CF55-A0AAEDF6C448}"/>
          </ac:spMkLst>
        </pc:spChg>
        <pc:spChg chg="add mod">
          <ac:chgData name="성우 최" userId="b39b9c6800b01a47" providerId="LiveId" clId="{86918D44-C542-442D-8291-F46EC03904AF}" dt="2026-03-29T19:25:05.248" v="931" actId="1076"/>
          <ac:spMkLst>
            <pc:docMk/>
            <pc:sldMk cId="3187522303" sldId="629"/>
            <ac:spMk id="50" creationId="{D88EEF3D-F9DD-1EAD-94C2-8457D06AB38B}"/>
          </ac:spMkLst>
        </pc:spChg>
        <pc:spChg chg="add mod">
          <ac:chgData name="성우 최" userId="b39b9c6800b01a47" providerId="LiveId" clId="{86918D44-C542-442D-8291-F46EC03904AF}" dt="2026-03-29T19:25:14.409" v="933" actId="1076"/>
          <ac:spMkLst>
            <pc:docMk/>
            <pc:sldMk cId="3187522303" sldId="629"/>
            <ac:spMk id="51" creationId="{3BEC67DC-F798-ECF5-01B3-53E8EF0281AD}"/>
          </ac:spMkLst>
        </pc:spChg>
        <pc:graphicFrameChg chg="add del mod modGraphic">
          <ac:chgData name="성우 최" userId="b39b9c6800b01a47" providerId="LiveId" clId="{86918D44-C542-442D-8291-F46EC03904AF}" dt="2026-03-29T18:59:25.995" v="535" actId="478"/>
          <ac:graphicFrameMkLst>
            <pc:docMk/>
            <pc:sldMk cId="3187522303" sldId="629"/>
            <ac:graphicFrameMk id="3" creationId="{5D0C75DC-BF11-8CD3-0485-8E4E3DF520FD}"/>
          </ac:graphicFrameMkLst>
        </pc:graphicFrameChg>
        <pc:graphicFrameChg chg="add del mod">
          <ac:chgData name="성우 최" userId="b39b9c6800b01a47" providerId="LiveId" clId="{86918D44-C542-442D-8291-F46EC03904AF}" dt="2026-03-29T18:59:27.957" v="536" actId="478"/>
          <ac:graphicFrameMkLst>
            <pc:docMk/>
            <pc:sldMk cId="3187522303" sldId="629"/>
            <ac:graphicFrameMk id="4" creationId="{1F4ACC02-D396-DCE8-D0E2-71832CF52177}"/>
          </ac:graphicFrameMkLst>
        </pc:graphicFrameChg>
        <pc:graphicFrameChg chg="add del mod">
          <ac:chgData name="성우 최" userId="b39b9c6800b01a47" providerId="LiveId" clId="{86918D44-C542-442D-8291-F46EC03904AF}" dt="2026-03-29T18:59:30.247" v="537" actId="478"/>
          <ac:graphicFrameMkLst>
            <pc:docMk/>
            <pc:sldMk cId="3187522303" sldId="629"/>
            <ac:graphicFrameMk id="5" creationId="{411B39F3-4DAF-DDC8-1018-EC51E4A10E87}"/>
          </ac:graphicFrameMkLst>
        </pc:graphicFrameChg>
        <pc:graphicFrameChg chg="add del mod">
          <ac:chgData name="성우 최" userId="b39b9c6800b01a47" providerId="LiveId" clId="{86918D44-C542-442D-8291-F46EC03904AF}" dt="2026-03-29T18:59:31.696" v="538" actId="478"/>
          <ac:graphicFrameMkLst>
            <pc:docMk/>
            <pc:sldMk cId="3187522303" sldId="629"/>
            <ac:graphicFrameMk id="7" creationId="{AF13ABA0-5AB6-8FBD-133D-9A2510BE64B5}"/>
          </ac:graphicFrameMkLst>
        </pc:graphicFrameChg>
        <pc:graphicFrameChg chg="add del mod modGraphic">
          <ac:chgData name="성우 최" userId="b39b9c6800b01a47" providerId="LiveId" clId="{86918D44-C542-442D-8291-F46EC03904AF}" dt="2026-03-29T19:17:01.634" v="767" actId="20577"/>
          <ac:graphicFrameMkLst>
            <pc:docMk/>
            <pc:sldMk cId="3187522303" sldId="629"/>
            <ac:graphicFrameMk id="9" creationId="{29484106-8C51-1657-3B59-75AF89CA59CA}"/>
          </ac:graphicFrameMkLst>
        </pc:graphicFrameChg>
        <pc:graphicFrameChg chg="add del mod modGraphic">
          <ac:chgData name="성우 최" userId="b39b9c6800b01a47" providerId="LiveId" clId="{86918D44-C542-442D-8291-F46EC03904AF}" dt="2026-03-29T19:05:07.589" v="604" actId="478"/>
          <ac:graphicFrameMkLst>
            <pc:docMk/>
            <pc:sldMk cId="3187522303" sldId="629"/>
            <ac:graphicFrameMk id="10" creationId="{6F131B2C-2D73-53FD-2E79-5FE58B80A756}"/>
          </ac:graphicFrameMkLst>
        </pc:graphicFrameChg>
        <pc:graphicFrameChg chg="add del mod">
          <ac:chgData name="성우 최" userId="b39b9c6800b01a47" providerId="LiveId" clId="{86918D44-C542-442D-8291-F46EC03904AF}" dt="2026-03-29T19:05:09.535" v="605" actId="478"/>
          <ac:graphicFrameMkLst>
            <pc:docMk/>
            <pc:sldMk cId="3187522303" sldId="629"/>
            <ac:graphicFrameMk id="11" creationId="{7F46FF60-0D72-F1A5-48D6-E2DD8A8BA0C1}"/>
          </ac:graphicFrameMkLst>
        </pc:graphicFrameChg>
        <pc:graphicFrameChg chg="add del mod">
          <ac:chgData name="성우 최" userId="b39b9c6800b01a47" providerId="LiveId" clId="{86918D44-C542-442D-8291-F46EC03904AF}" dt="2026-03-29T19:05:11.704" v="606" actId="478"/>
          <ac:graphicFrameMkLst>
            <pc:docMk/>
            <pc:sldMk cId="3187522303" sldId="629"/>
            <ac:graphicFrameMk id="12" creationId="{51C6E54B-4341-6129-1324-E9C84936FB5F}"/>
          </ac:graphicFrameMkLst>
        </pc:graphicFrameChg>
        <pc:graphicFrameChg chg="add mod modGraphic">
          <ac:chgData name="성우 최" userId="b39b9c6800b01a47" providerId="LiveId" clId="{86918D44-C542-442D-8291-F46EC03904AF}" dt="2026-03-29T19:19:30.625" v="812" actId="20577"/>
          <ac:graphicFrameMkLst>
            <pc:docMk/>
            <pc:sldMk cId="3187522303" sldId="629"/>
            <ac:graphicFrameMk id="13" creationId="{B8CC281C-3A7A-7A60-8805-295C8EBA06FE}"/>
          </ac:graphicFrameMkLst>
        </pc:graphicFrameChg>
        <pc:graphicFrameChg chg="add mod modGraphic">
          <ac:chgData name="성우 최" userId="b39b9c6800b01a47" providerId="LiveId" clId="{86918D44-C542-442D-8291-F46EC03904AF}" dt="2026-03-29T19:20:05.205" v="828" actId="207"/>
          <ac:graphicFrameMkLst>
            <pc:docMk/>
            <pc:sldMk cId="3187522303" sldId="629"/>
            <ac:graphicFrameMk id="14" creationId="{22C4FE56-7463-D545-8348-AB6622590955}"/>
          </ac:graphicFrameMkLst>
        </pc:graphicFrameChg>
        <pc:graphicFrameChg chg="add mod modGraphic">
          <ac:chgData name="성우 최" userId="b39b9c6800b01a47" providerId="LiveId" clId="{86918D44-C542-442D-8291-F46EC03904AF}" dt="2026-03-29T19:20:27.024" v="837" actId="207"/>
          <ac:graphicFrameMkLst>
            <pc:docMk/>
            <pc:sldMk cId="3187522303" sldId="629"/>
            <ac:graphicFrameMk id="15" creationId="{18916255-DA5D-76D1-2443-8A3DCCF265D9}"/>
          </ac:graphicFrameMkLst>
        </pc:graphicFrameChg>
        <pc:graphicFrameChg chg="add mod modGraphic">
          <ac:chgData name="성우 최" userId="b39b9c6800b01a47" providerId="LiveId" clId="{86918D44-C542-442D-8291-F46EC03904AF}" dt="2026-03-29T19:20:39.557" v="841"/>
          <ac:graphicFrameMkLst>
            <pc:docMk/>
            <pc:sldMk cId="3187522303" sldId="629"/>
            <ac:graphicFrameMk id="16" creationId="{D91BE0A2-B757-1C6B-0CF5-C7F575A7FFA5}"/>
          </ac:graphicFrameMkLst>
        </pc:graphicFrameChg>
        <pc:graphicFrameChg chg="add mod modGraphic">
          <ac:chgData name="성우 최" userId="b39b9c6800b01a47" providerId="LiveId" clId="{86918D44-C542-442D-8291-F46EC03904AF}" dt="2026-03-29T19:20:45.921" v="842"/>
          <ac:graphicFrameMkLst>
            <pc:docMk/>
            <pc:sldMk cId="3187522303" sldId="629"/>
            <ac:graphicFrameMk id="17" creationId="{0F3CDCB8-5187-C1A0-6CE5-28A65A32B0E9}"/>
          </ac:graphicFrameMkLst>
        </pc:graphicFrameChg>
        <pc:graphicFrameChg chg="add mod modGraphic">
          <ac:chgData name="성우 최" userId="b39b9c6800b01a47" providerId="LiveId" clId="{86918D44-C542-442D-8291-F46EC03904AF}" dt="2026-03-29T19:20:51.276" v="843"/>
          <ac:graphicFrameMkLst>
            <pc:docMk/>
            <pc:sldMk cId="3187522303" sldId="629"/>
            <ac:graphicFrameMk id="18" creationId="{B8A677F1-B653-8372-EDBB-48E95565E02D}"/>
          </ac:graphicFrameMkLst>
        </pc:graphicFrameChg>
        <pc:graphicFrameChg chg="add mod modGraphic">
          <ac:chgData name="성우 최" userId="b39b9c6800b01a47" providerId="LiveId" clId="{86918D44-C542-442D-8291-F46EC03904AF}" dt="2026-03-29T19:20:56.183" v="844"/>
          <ac:graphicFrameMkLst>
            <pc:docMk/>
            <pc:sldMk cId="3187522303" sldId="629"/>
            <ac:graphicFrameMk id="19" creationId="{A8AFEA75-A4BD-1345-5570-BE7410A9C506}"/>
          </ac:graphicFrameMkLst>
        </pc:graphicFrameChg>
        <pc:graphicFrameChg chg="add mod modGraphic">
          <ac:chgData name="성우 최" userId="b39b9c6800b01a47" providerId="LiveId" clId="{86918D44-C542-442D-8291-F46EC03904AF}" dt="2026-03-29T19:14:34.948" v="739" actId="3064"/>
          <ac:graphicFrameMkLst>
            <pc:docMk/>
            <pc:sldMk cId="3187522303" sldId="629"/>
            <ac:graphicFrameMk id="20" creationId="{A1303A98-E845-2777-CF09-A2FACA353481}"/>
          </ac:graphicFrameMkLst>
        </pc:graphicFrameChg>
        <pc:graphicFrameChg chg="add mod modGraphic">
          <ac:chgData name="성우 최" userId="b39b9c6800b01a47" providerId="LiveId" clId="{86918D44-C542-442D-8291-F46EC03904AF}" dt="2026-03-29T19:14:43.560" v="742" actId="3064"/>
          <ac:graphicFrameMkLst>
            <pc:docMk/>
            <pc:sldMk cId="3187522303" sldId="629"/>
            <ac:graphicFrameMk id="21" creationId="{4F796B55-5D0C-0CE3-4320-84AE5730EFCE}"/>
          </ac:graphicFrameMkLst>
        </pc:graphicFrameChg>
        <pc:graphicFrameChg chg="add mod modGraphic">
          <ac:chgData name="성우 최" userId="b39b9c6800b01a47" providerId="LiveId" clId="{86918D44-C542-442D-8291-F46EC03904AF}" dt="2026-03-29T19:14:48.274" v="743" actId="3064"/>
          <ac:graphicFrameMkLst>
            <pc:docMk/>
            <pc:sldMk cId="3187522303" sldId="629"/>
            <ac:graphicFrameMk id="22" creationId="{A2D94A4C-0F7D-DD85-1A3E-0E64A7FCCB85}"/>
          </ac:graphicFrameMkLst>
        </pc:graphicFrameChg>
        <pc:graphicFrameChg chg="add mod modGraphic">
          <ac:chgData name="성우 최" userId="b39b9c6800b01a47" providerId="LiveId" clId="{86918D44-C542-442D-8291-F46EC03904AF}" dt="2026-03-29T19:14:53.304" v="744" actId="3064"/>
          <ac:graphicFrameMkLst>
            <pc:docMk/>
            <pc:sldMk cId="3187522303" sldId="629"/>
            <ac:graphicFrameMk id="23" creationId="{3770A419-2C56-BCE1-BC9F-66A1FACA9CF1}"/>
          </ac:graphicFrameMkLst>
        </pc:graphicFrameChg>
        <pc:graphicFrameChg chg="add mod modGraphic">
          <ac:chgData name="성우 최" userId="b39b9c6800b01a47" providerId="LiveId" clId="{86918D44-C542-442D-8291-F46EC03904AF}" dt="2026-03-29T19:14:57.915" v="745" actId="3064"/>
          <ac:graphicFrameMkLst>
            <pc:docMk/>
            <pc:sldMk cId="3187522303" sldId="629"/>
            <ac:graphicFrameMk id="24" creationId="{01DA5D55-B623-A0DA-C66A-48D5F22ED401}"/>
          </ac:graphicFrameMkLst>
        </pc:graphicFrameChg>
        <pc:graphicFrameChg chg="add mod modGraphic">
          <ac:chgData name="성우 최" userId="b39b9c6800b01a47" providerId="LiveId" clId="{86918D44-C542-442D-8291-F46EC03904AF}" dt="2026-03-29T19:15:03.615" v="746" actId="3064"/>
          <ac:graphicFrameMkLst>
            <pc:docMk/>
            <pc:sldMk cId="3187522303" sldId="629"/>
            <ac:graphicFrameMk id="25" creationId="{53502295-04D2-D065-4335-4AAC2CA415A3}"/>
          </ac:graphicFrameMkLst>
        </pc:graphicFrameChg>
        <pc:graphicFrameChg chg="add mod modGraphic">
          <ac:chgData name="성우 최" userId="b39b9c6800b01a47" providerId="LiveId" clId="{86918D44-C542-442D-8291-F46EC03904AF}" dt="2026-03-29T19:15:08.233" v="747" actId="3064"/>
          <ac:graphicFrameMkLst>
            <pc:docMk/>
            <pc:sldMk cId="3187522303" sldId="629"/>
            <ac:graphicFrameMk id="26" creationId="{72D70538-F370-221B-B029-63A6FFAD8D46}"/>
          </ac:graphicFrameMkLst>
        </pc:graphicFrameChg>
        <pc:graphicFrameChg chg="add mod modGraphic">
          <ac:chgData name="성우 최" userId="b39b9c6800b01a47" providerId="LiveId" clId="{86918D44-C542-442D-8291-F46EC03904AF}" dt="2026-03-29T19:15:12.608" v="748" actId="3064"/>
          <ac:graphicFrameMkLst>
            <pc:docMk/>
            <pc:sldMk cId="3187522303" sldId="629"/>
            <ac:graphicFrameMk id="27" creationId="{C86B361C-AF8D-9C06-48AB-321DEEFC08A1}"/>
          </ac:graphicFrameMkLst>
        </pc:graphicFrameChg>
        <pc:graphicFrameChg chg="add">
          <ac:chgData name="성우 최" userId="b39b9c6800b01a47" providerId="LiveId" clId="{86918D44-C542-442D-8291-F46EC03904AF}" dt="2026-03-29T19:20:34.248" v="838"/>
          <ac:graphicFrameMkLst>
            <pc:docMk/>
            <pc:sldMk cId="3187522303" sldId="629"/>
            <ac:graphicFrameMk id="45" creationId="{6F313320-405C-1C56-1E42-D6544D7A4A81}"/>
          </ac:graphicFrameMkLst>
        </pc:graphicFrameChg>
        <pc:graphicFrameChg chg="add mod modGraphic">
          <ac:chgData name="성우 최" userId="b39b9c6800b01a47" providerId="LiveId" clId="{86918D44-C542-442D-8291-F46EC03904AF}" dt="2026-03-29T19:23:13.228" v="884" actId="1076"/>
          <ac:graphicFrameMkLst>
            <pc:docMk/>
            <pc:sldMk cId="3187522303" sldId="629"/>
            <ac:graphicFrameMk id="46" creationId="{39844BC7-9E0B-5E1D-6A16-9B1B977CFCD0}"/>
          </ac:graphicFrameMkLst>
        </pc:graphicFrameChg>
        <pc:graphicFrameChg chg="add mod">
          <ac:chgData name="성우 최" userId="b39b9c6800b01a47" providerId="LiveId" clId="{86918D44-C542-442D-8291-F46EC03904AF}" dt="2026-03-29T19:23:19.160" v="885" actId="1076"/>
          <ac:graphicFrameMkLst>
            <pc:docMk/>
            <pc:sldMk cId="3187522303" sldId="629"/>
            <ac:graphicFrameMk id="47" creationId="{F83D0A7E-07B5-BE79-26A0-7CCB1A052686}"/>
          </ac:graphicFrameMkLst>
        </pc:graphicFrameChg>
        <pc:cxnChg chg="add del">
          <ac:chgData name="성우 최" userId="b39b9c6800b01a47" providerId="LiveId" clId="{86918D44-C542-442D-8291-F46EC03904AF}" dt="2026-03-29T19:23:35.207" v="887" actId="478"/>
          <ac:cxnSpMkLst>
            <pc:docMk/>
            <pc:sldMk cId="3187522303" sldId="629"/>
            <ac:cxnSpMk id="49" creationId="{D61FC696-666F-B2A5-E302-5542EE2D523F}"/>
          </ac:cxnSpMkLst>
        </pc:cxnChg>
        <pc:cxnChg chg="add del">
          <ac:chgData name="성우 최" userId="b39b9c6800b01a47" providerId="LiveId" clId="{86918D44-C542-442D-8291-F46EC03904AF}" dt="2026-03-29T19:24:30.036" v="927" actId="478"/>
          <ac:cxnSpMkLst>
            <pc:docMk/>
            <pc:sldMk cId="3187522303" sldId="629"/>
            <ac:cxnSpMk id="53" creationId="{6D90EB1E-D4BF-B43E-6229-253A9445F29A}"/>
          </ac:cxnSpMkLst>
        </pc:cxnChg>
        <pc:cxnChg chg="add mod">
          <ac:chgData name="성우 최" userId="b39b9c6800b01a47" providerId="LiveId" clId="{86918D44-C542-442D-8291-F46EC03904AF}" dt="2026-03-29T19:25:05.248" v="931" actId="1076"/>
          <ac:cxnSpMkLst>
            <pc:docMk/>
            <pc:sldMk cId="3187522303" sldId="629"/>
            <ac:cxnSpMk id="55" creationId="{352CB909-210D-AD6F-DD3D-17F7FC0D5134}"/>
          </ac:cxnSpMkLst>
        </pc:cxnChg>
        <pc:cxnChg chg="add del mod">
          <ac:chgData name="성우 최" userId="b39b9c6800b01a47" providerId="LiveId" clId="{86918D44-C542-442D-8291-F46EC03904AF}" dt="2026-03-29T19:25:07.889" v="932" actId="478"/>
          <ac:cxnSpMkLst>
            <pc:docMk/>
            <pc:sldMk cId="3187522303" sldId="629"/>
            <ac:cxnSpMk id="57" creationId="{DDD138B8-A56A-7622-F16A-EEE44607C8E7}"/>
          </ac:cxnSpMkLst>
        </pc:cxnChg>
        <pc:cxnChg chg="mod">
          <ac:chgData name="성우 최" userId="b39b9c6800b01a47" providerId="LiveId" clId="{86918D44-C542-442D-8291-F46EC03904AF}" dt="2026-03-30T05:06:42.691" v="988" actId="14100"/>
          <ac:cxnSpMkLst>
            <pc:docMk/>
            <pc:sldMk cId="3187522303" sldId="629"/>
            <ac:cxnSpMk id="58" creationId="{F73E54D0-DD04-A7C0-B09A-A636D4CE66C0}"/>
          </ac:cxnSpMkLst>
        </pc:cxnChg>
        <pc:cxnChg chg="add">
          <ac:chgData name="성우 최" userId="b39b9c6800b01a47" providerId="LiveId" clId="{86918D44-C542-442D-8291-F46EC03904AF}" dt="2026-03-29T19:25:20.882" v="934" actId="11529"/>
          <ac:cxnSpMkLst>
            <pc:docMk/>
            <pc:sldMk cId="3187522303" sldId="629"/>
            <ac:cxnSpMk id="59" creationId="{88A7EEDB-C072-F52D-0504-73509F6129ED}"/>
          </ac:cxnSpMkLst>
        </pc:cxnChg>
      </pc:sldChg>
      <pc:sldChg chg="del">
        <pc:chgData name="성우 최" userId="b39b9c6800b01a47" providerId="LiveId" clId="{86918D44-C542-442D-8291-F46EC03904AF}" dt="2026-03-29T19:26:24.130" v="987" actId="47"/>
        <pc:sldMkLst>
          <pc:docMk/>
          <pc:sldMk cId="222105614" sldId="630"/>
        </pc:sldMkLst>
      </pc:sldChg>
      <pc:sldChg chg="modSp add del mod">
        <pc:chgData name="성우 최" userId="b39b9c6800b01a47" providerId="LiveId" clId="{86918D44-C542-442D-8291-F46EC03904AF}" dt="2026-03-29T19:11:53.593" v="704" actId="47"/>
        <pc:sldMkLst>
          <pc:docMk/>
          <pc:sldMk cId="2542587376" sldId="631"/>
        </pc:sldMkLst>
        <pc:spChg chg="mod">
          <ac:chgData name="성우 최" userId="b39b9c6800b01a47" providerId="LiveId" clId="{86918D44-C542-442D-8291-F46EC03904AF}" dt="2026-03-29T19:08:52.714" v="672" actId="20577"/>
          <ac:spMkLst>
            <pc:docMk/>
            <pc:sldMk cId="2542587376" sldId="631"/>
            <ac:spMk id="2" creationId="{CAC21F43-1DC9-E469-5631-DDA842F33941}"/>
          </ac:spMkLst>
        </pc:spChg>
      </pc:sldChg>
      <pc:sldChg chg="modSp add del mod">
        <pc:chgData name="성우 최" userId="b39b9c6800b01a47" providerId="LiveId" clId="{86918D44-C542-442D-8291-F46EC03904AF}" dt="2026-03-29T19:15:16.796" v="750" actId="47"/>
        <pc:sldMkLst>
          <pc:docMk/>
          <pc:sldMk cId="718405309" sldId="632"/>
        </pc:sldMkLst>
        <pc:spChg chg="mod">
          <ac:chgData name="성우 최" userId="b39b9c6800b01a47" providerId="LiveId" clId="{86918D44-C542-442D-8291-F46EC03904AF}" dt="2026-03-29T19:11:59.927" v="713" actId="20577"/>
          <ac:spMkLst>
            <pc:docMk/>
            <pc:sldMk cId="718405309" sldId="632"/>
            <ac:spMk id="2" creationId="{E0DCBF30-60DE-C91B-5661-FB428BB7B450}"/>
          </ac:spMkLst>
        </pc:spChg>
      </pc:sldChg>
      <pc:sldChg chg="modSp add del mod">
        <pc:chgData name="성우 최" userId="b39b9c6800b01a47" providerId="LiveId" clId="{86918D44-C542-442D-8291-F46EC03904AF}" dt="2026-03-29T19:25:31.374" v="936" actId="47"/>
        <pc:sldMkLst>
          <pc:docMk/>
          <pc:sldMk cId="4244012357" sldId="633"/>
        </pc:sldMkLst>
        <pc:spChg chg="mod">
          <ac:chgData name="성우 최" userId="b39b9c6800b01a47" providerId="LiveId" clId="{86918D44-C542-442D-8291-F46EC03904AF}" dt="2026-03-29T19:15:21.516" v="759" actId="20577"/>
          <ac:spMkLst>
            <pc:docMk/>
            <pc:sldMk cId="4244012357" sldId="633"/>
            <ac:spMk id="2" creationId="{FBD45E22-96F6-77D5-7CD7-D6B94426D200}"/>
          </ac:spMkLst>
        </pc:spChg>
        <pc:graphicFrameChg chg="mod">
          <ac:chgData name="성우 최" userId="b39b9c6800b01a47" providerId="LiveId" clId="{86918D44-C542-442D-8291-F46EC03904AF}" dt="2026-03-29T19:15:54.154" v="761"/>
          <ac:graphicFrameMkLst>
            <pc:docMk/>
            <pc:sldMk cId="4244012357" sldId="633"/>
            <ac:graphicFrameMk id="9" creationId="{2DCF5B8B-2790-F3E7-7DA8-A1292D3F8FFC}"/>
          </ac:graphicFrameMkLst>
        </pc:graphicFrameChg>
      </pc:sldChg>
      <pc:sldChg chg="modSp add mod">
        <pc:chgData name="성우 최" userId="b39b9c6800b01a47" providerId="LiveId" clId="{86918D44-C542-442D-8291-F46EC03904AF}" dt="2026-03-29T19:26:14.239" v="986" actId="20577"/>
        <pc:sldMkLst>
          <pc:docMk/>
          <pc:sldMk cId="1268332840" sldId="634"/>
        </pc:sldMkLst>
        <pc:spChg chg="mod">
          <ac:chgData name="성우 최" userId="b39b9c6800b01a47" providerId="LiveId" clId="{86918D44-C542-442D-8291-F46EC03904AF}" dt="2026-03-29T19:25:35.363" v="940" actId="20577"/>
          <ac:spMkLst>
            <pc:docMk/>
            <pc:sldMk cId="1268332840" sldId="634"/>
            <ac:spMk id="2" creationId="{6C182C76-7872-D209-3E4A-B37949EFC8E2}"/>
          </ac:spMkLst>
        </pc:spChg>
        <pc:spChg chg="mod">
          <ac:chgData name="성우 최" userId="b39b9c6800b01a47" providerId="LiveId" clId="{86918D44-C542-442D-8291-F46EC03904AF}" dt="2026-03-29T19:26:14.239" v="986" actId="20577"/>
          <ac:spMkLst>
            <pc:docMk/>
            <pc:sldMk cId="1268332840" sldId="634"/>
            <ac:spMk id="51" creationId="{3453A248-91ED-370E-2FCF-C5C2C98787F9}"/>
          </ac:spMkLst>
        </pc:spChg>
        <pc:cxnChg chg="mod">
          <ac:chgData name="성우 최" userId="b39b9c6800b01a47" providerId="LiveId" clId="{86918D44-C542-442D-8291-F46EC03904AF}" dt="2026-03-29T19:26:11.746" v="982" actId="20577"/>
          <ac:cxnSpMkLst>
            <pc:docMk/>
            <pc:sldMk cId="1268332840" sldId="634"/>
            <ac:cxnSpMk id="59" creationId="{2DAFA4E0-FE4B-A16C-09D0-B990779909E5}"/>
          </ac:cxnSpMkLst>
        </pc:cxnChg>
      </pc:sldChg>
      <pc:sldChg chg="modSp mod">
        <pc:chgData name="성우 최" userId="b39b9c6800b01a47" providerId="LiveId" clId="{86918D44-C542-442D-8291-F46EC03904AF}" dt="2026-03-30T05:06:54.366" v="989" actId="14100"/>
        <pc:sldMkLst>
          <pc:docMk/>
          <pc:sldMk cId="3645632133" sldId="636"/>
        </pc:sldMkLst>
        <pc:cxnChg chg="mod">
          <ac:chgData name="성우 최" userId="b39b9c6800b01a47" providerId="LiveId" clId="{86918D44-C542-442D-8291-F46EC03904AF}" dt="2026-03-30T05:06:54.366" v="989" actId="14100"/>
          <ac:cxnSpMkLst>
            <pc:docMk/>
            <pc:sldMk cId="3645632133" sldId="636"/>
            <ac:cxnSpMk id="58" creationId="{FE7B9399-1A65-BC50-AD0D-FD94835DBD5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38D-3299-39E6-9DDD-0F8F5CA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CCE7E3-1CDD-E2A0-D0E7-409D3F0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04776C-4756-512F-D150-2D83CF21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51FC7-52F1-D61B-DB8B-9BC6E4943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5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806B-F6ED-4971-388A-082ABA72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CE43F1-5496-156B-4000-EB31471BA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DA678-F777-9FE2-EA95-DE8C47EDC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96C27-C11A-F708-FC35-41285C83C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521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41660-CF14-27EA-C03C-9B9F2C45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5204B1-456D-A3E9-AD72-9CBBCDB94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E909DE-28BE-5938-3EE9-30212F6A1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336E6-2C19-1886-966B-45FA7E893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4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811044"/>
            <a:ext cx="12192000" cy="27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745671" y="187326"/>
            <a:ext cx="10515600" cy="62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1D4F"/>
              </a:buClr>
              <a:buSzPts val="3600"/>
              <a:buFont typeface="Calibri"/>
              <a:buNone/>
              <a:defRPr sz="3600" b="1">
                <a:solidFill>
                  <a:srgbClr val="0D1D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355600" y="1003300"/>
            <a:ext cx="10998200" cy="495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한쪽 모서리가 둥근 사각형 1"/>
          <p:cNvSpPr/>
          <p:nvPr userDrawn="1"/>
        </p:nvSpPr>
        <p:spPr>
          <a:xfrm>
            <a:off x="12061825" y="7128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한쪽 모서리가 둥근 사각형 10"/>
          <p:cNvSpPr/>
          <p:nvPr userDrawn="1"/>
        </p:nvSpPr>
        <p:spPr>
          <a:xfrm>
            <a:off x="0" y="7128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한쪽 모서리가 둥근 사각형 13"/>
          <p:cNvSpPr/>
          <p:nvPr userDrawn="1"/>
        </p:nvSpPr>
        <p:spPr>
          <a:xfrm>
            <a:off x="11931650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한쪽 모서리가 둥근 사각형 14"/>
          <p:cNvSpPr/>
          <p:nvPr userDrawn="1"/>
        </p:nvSpPr>
        <p:spPr>
          <a:xfrm>
            <a:off x="11801475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한쪽 모서리가 둥근 사각형 15"/>
          <p:cNvSpPr/>
          <p:nvPr userDrawn="1"/>
        </p:nvSpPr>
        <p:spPr>
          <a:xfrm>
            <a:off x="205467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한쪽 모서리가 둥근 사각형 16"/>
          <p:cNvSpPr/>
          <p:nvPr userDrawn="1"/>
        </p:nvSpPr>
        <p:spPr>
          <a:xfrm>
            <a:off x="308882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3"/>
          <p:cNvGrpSpPr/>
          <p:nvPr/>
        </p:nvGrpSpPr>
        <p:grpSpPr>
          <a:xfrm>
            <a:off x="0" y="-9039"/>
            <a:ext cx="12192000" cy="6604001"/>
            <a:chOff x="0" y="234950"/>
            <a:chExt cx="12192000" cy="6604001"/>
          </a:xfrm>
        </p:grpSpPr>
        <p:pic>
          <p:nvPicPr>
            <p:cNvPr id="38" name="Google Shape;38;p13"/>
            <p:cNvPicPr preferRelativeResize="0"/>
            <p:nvPr/>
          </p:nvPicPr>
          <p:blipFill rotWithShape="1">
            <a:blip r:embed="rId2">
              <a:alphaModFix/>
            </a:blip>
            <a:srcRect l="5451" r="6823"/>
            <a:stretch/>
          </p:blipFill>
          <p:spPr>
            <a:xfrm>
              <a:off x="0" y="244220"/>
              <a:ext cx="12192000" cy="6585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3"/>
            <p:cNvSpPr/>
            <p:nvPr/>
          </p:nvSpPr>
          <p:spPr>
            <a:xfrm>
              <a:off x="0" y="234950"/>
              <a:ext cx="12192000" cy="6604001"/>
            </a:xfrm>
            <a:prstGeom prst="rect">
              <a:avLst/>
            </a:prstGeom>
            <a:solidFill>
              <a:schemeClr val="lt1">
                <a:alpha val="7490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0" name="Google Shape;40;p13"/>
          <p:cNvSpPr/>
          <p:nvPr/>
        </p:nvSpPr>
        <p:spPr>
          <a:xfrm>
            <a:off x="0" y="6306831"/>
            <a:ext cx="12192000" cy="576263"/>
          </a:xfrm>
          <a:custGeom>
            <a:avLst/>
            <a:gdLst/>
            <a:ahLst/>
            <a:cxnLst/>
            <a:rect l="l" t="t" r="r" b="b"/>
            <a:pathLst>
              <a:path w="12192000" h="825500" extrusionOk="0">
                <a:moveTo>
                  <a:pt x="6096000" y="0"/>
                </a:moveTo>
                <a:lnTo>
                  <a:pt x="12192000" y="323850"/>
                </a:lnTo>
                <a:lnTo>
                  <a:pt x="12192000" y="825500"/>
                </a:lnTo>
                <a:lnTo>
                  <a:pt x="0" y="825500"/>
                </a:lnTo>
                <a:lnTo>
                  <a:pt x="0" y="323850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" name="Google Shape;41;p13" descr="yonsei university logo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18" y="4913077"/>
            <a:ext cx="1404000" cy="14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3"/>
          <p:cNvSpPr/>
          <p:nvPr/>
        </p:nvSpPr>
        <p:spPr>
          <a:xfrm>
            <a:off x="4542518" y="231"/>
            <a:ext cx="3106964" cy="2465874"/>
          </a:xfrm>
          <a:custGeom>
            <a:avLst/>
            <a:gdLst/>
            <a:ahLst/>
            <a:cxnLst/>
            <a:rect l="l" t="t" r="r" b="b"/>
            <a:pathLst>
              <a:path w="3106964" h="2465874" extrusionOk="0">
                <a:moveTo>
                  <a:pt x="82" y="0"/>
                </a:moveTo>
                <a:lnTo>
                  <a:pt x="3106882" y="0"/>
                </a:lnTo>
                <a:lnTo>
                  <a:pt x="3106882" y="561974"/>
                </a:lnTo>
                <a:lnTo>
                  <a:pt x="3106964" y="561974"/>
                </a:lnTo>
                <a:lnTo>
                  <a:pt x="3106964" y="1529381"/>
                </a:lnTo>
                <a:lnTo>
                  <a:pt x="3106964" y="1529382"/>
                </a:lnTo>
                <a:lnTo>
                  <a:pt x="3106961" y="1529382"/>
                </a:lnTo>
                <a:lnTo>
                  <a:pt x="1553482" y="2465874"/>
                </a:lnTo>
                <a:lnTo>
                  <a:pt x="2" y="1529382"/>
                </a:lnTo>
                <a:lnTo>
                  <a:pt x="0" y="1529382"/>
                </a:lnTo>
                <a:lnTo>
                  <a:pt x="0" y="1529380"/>
                </a:lnTo>
                <a:lnTo>
                  <a:pt x="0" y="561974"/>
                </a:lnTo>
                <a:lnTo>
                  <a:pt x="82" y="561974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rgbClr val="1424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rgbClr val="2C5294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5" name="Google Shape;45;p13"/>
          <p:cNvPicPr preferRelativeResize="0"/>
          <p:nvPr/>
        </p:nvPicPr>
        <p:blipFill rotWithShape="1">
          <a:blip r:embed="rId4">
            <a:alphaModFix/>
          </a:blip>
          <a:srcRect l="4369" t="25610" r="8252" b="8536"/>
          <a:stretch/>
        </p:blipFill>
        <p:spPr>
          <a:xfrm>
            <a:off x="9576106" y="5577112"/>
            <a:ext cx="2463494" cy="73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3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" name="Picture 2" descr="메타, 새롭고 강력한 AI 시스템 개발 중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255" y="-1103742"/>
            <a:ext cx="57150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lh3.googleusercontent.com/sitesv/AICyYdYE28hS9Muih9-S1jckfmIsAl0BtEbTbO03pfeFhEz0dl7bZu4e6faNQyQvQLHOlxcls6QEOL3FG0ihPHoTrXY2uT2mQ64LoeGA7cv35andqoV1X--44kpYXSO3xPBQZXFwpEVZoSgImIWGmoZm8IefUadM4pD4_dNVTKdG4lIpe0JhZ4fMZvN2TiY=w1280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7" t="16879" r="10088" b="43666"/>
          <a:stretch/>
        </p:blipFill>
        <p:spPr bwMode="auto">
          <a:xfrm>
            <a:off x="-3620728" y="6317358"/>
            <a:ext cx="1036104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https://lh3.googleusercontent.com/sitesv/AICyYdYa1UW4Nl3E0x23EjjEuT6pY9WFc_ENifUIl1OZNhPPgOL0bra4RQXflyhwJP_cSCteVWJL4vZ5oeOnYrHHYPRcBni_5cd1HmUHJUxEzcn2ETfyAVqcI63sORyfC3Fv7zYRNOz6YIlmqpiiefplVZjdnXPw3bkmOUvMcUyT2pebkdAMcMCPb7QpVWBzuQTTMK26Nxuq1lb2dsWbw0HrdqlyT15dZfs-bnqV1_Y=w1280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" t="-1" r="2774" b="299"/>
          <a:stretch/>
        </p:blipFill>
        <p:spPr bwMode="auto">
          <a:xfrm>
            <a:off x="-12700" y="0"/>
            <a:ext cx="122174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524000" y="1841499"/>
            <a:ext cx="9144000" cy="1401763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524000" y="3335338"/>
            <a:ext cx="9144000" cy="1655762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0" y="3287544"/>
            <a:ext cx="12192000" cy="275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한쪽 모서리가 둥근 사각형 24"/>
          <p:cNvSpPr/>
          <p:nvPr userDrawn="1"/>
        </p:nvSpPr>
        <p:spPr>
          <a:xfrm>
            <a:off x="12061825" y="31893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한쪽 모서리가 둥근 사각형 25"/>
          <p:cNvSpPr/>
          <p:nvPr userDrawn="1"/>
        </p:nvSpPr>
        <p:spPr>
          <a:xfrm>
            <a:off x="0" y="31893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한쪽 모서리가 둥근 사각형 26"/>
          <p:cNvSpPr/>
          <p:nvPr userDrawn="1"/>
        </p:nvSpPr>
        <p:spPr>
          <a:xfrm>
            <a:off x="11931650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한쪽 모서리가 둥근 사각형 27"/>
          <p:cNvSpPr/>
          <p:nvPr userDrawn="1"/>
        </p:nvSpPr>
        <p:spPr>
          <a:xfrm>
            <a:off x="11801475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한쪽 모서리가 둥근 사각형 28"/>
          <p:cNvSpPr/>
          <p:nvPr userDrawn="1"/>
        </p:nvSpPr>
        <p:spPr>
          <a:xfrm>
            <a:off x="205467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한쪽 모서리가 둥근 사각형 29"/>
          <p:cNvSpPr/>
          <p:nvPr userDrawn="1"/>
        </p:nvSpPr>
        <p:spPr>
          <a:xfrm>
            <a:off x="308882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10667999" y="1841499"/>
            <a:ext cx="130175" cy="1401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10667999" y="3333838"/>
            <a:ext cx="130175" cy="165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2118C5-1900-8725-9D9E-F90CF90D3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13" y="5905083"/>
            <a:ext cx="1692940" cy="7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원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B3A51C-858B-45E4-A14B-D2A3343E29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67" y="5905084"/>
            <a:ext cx="749479" cy="7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3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26.03.30.</a:t>
            </a:r>
            <a:r>
              <a:rPr lang="ko-KR" altLang="en-US" dirty="0"/>
              <a:t>세미나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최성우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Hankuk University of Foreign Studies</a:t>
            </a:r>
          </a:p>
          <a:p>
            <a:r>
              <a:rPr lang="en-US" altLang="ko-K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Division of Computer Engineering</a:t>
            </a:r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7B88-AC5B-BB36-C643-F1B6F925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FF169-BD3A-7F72-BA8E-9DF65D87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도식화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225485-4760-1B95-20FB-85DBA1741090}"/>
              </a:ext>
            </a:extLst>
          </p:cNvPr>
          <p:cNvSpPr/>
          <p:nvPr/>
        </p:nvSpPr>
        <p:spPr>
          <a:xfrm>
            <a:off x="4971272" y="1815173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GPTQ </a:t>
            </a:r>
            <a:r>
              <a:rPr lang="ko-KR" altLang="en-US" dirty="0"/>
              <a:t>양자화</a:t>
            </a:r>
            <a:br>
              <a:rPr lang="en-US" altLang="ko-KR" dirty="0"/>
            </a:br>
            <a:r>
              <a:rPr lang="en-US" altLang="ko-KR" dirty="0"/>
              <a:t>(FP32 -&gt; INT8)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F3C6BC7-3821-864E-EB0B-BE2E8954C96E}"/>
              </a:ext>
            </a:extLst>
          </p:cNvPr>
          <p:cNvSpPr/>
          <p:nvPr/>
        </p:nvSpPr>
        <p:spPr>
          <a:xfrm>
            <a:off x="4971272" y="827533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사전학습 모델</a:t>
            </a:r>
            <a:r>
              <a:rPr lang="en-US" altLang="ko-KR" dirty="0"/>
              <a:t>(FP32)</a:t>
            </a:r>
            <a:br>
              <a:rPr lang="en-US" altLang="ko-KR" dirty="0"/>
            </a:br>
            <a:r>
              <a:rPr lang="en-US" altLang="ko-KR" dirty="0" err="1"/>
              <a:t>facebook</a:t>
            </a:r>
            <a:r>
              <a:rPr lang="en-US" altLang="ko-KR" dirty="0"/>
              <a:t>/opt-125m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D81E7D8-2DD2-D81C-1C0C-428074AD33B5}"/>
              </a:ext>
            </a:extLst>
          </p:cNvPr>
          <p:cNvSpPr/>
          <p:nvPr/>
        </p:nvSpPr>
        <p:spPr>
          <a:xfrm>
            <a:off x="4971272" y="2799447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BBS</a:t>
            </a:r>
            <a:r>
              <a:rPr lang="ko-KR" altLang="en-US" dirty="0"/>
              <a:t> 알고리즘 적용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577B8CF-80A0-7920-2B74-1A01D8B747A7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>
            <a:off x="6096000" y="1455388"/>
            <a:ext cx="0" cy="359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26BCF92-4A5B-B850-9A0A-907458CF8CCD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6096000" y="2443028"/>
            <a:ext cx="0" cy="35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F1B6ABF-A603-4F18-E56D-B5F465FA993D}"/>
              </a:ext>
            </a:extLst>
          </p:cNvPr>
          <p:cNvSpPr/>
          <p:nvPr/>
        </p:nvSpPr>
        <p:spPr>
          <a:xfrm>
            <a:off x="2721816" y="4101045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RA(</a:t>
            </a:r>
            <a:r>
              <a:rPr lang="ko-KR" altLang="en-US" dirty="0"/>
              <a:t>반올림 평균화</a:t>
            </a:r>
            <a:r>
              <a:rPr lang="en-US" altLang="ko-KR" dirty="0"/>
              <a:t>)</a:t>
            </a:r>
            <a:r>
              <a:rPr lang="ko-KR" altLang="en-US" dirty="0"/>
              <a:t> 적용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F27F326-B37E-20F6-05B8-4E8B2882CB07}"/>
              </a:ext>
            </a:extLst>
          </p:cNvPr>
          <p:cNvSpPr/>
          <p:nvPr/>
        </p:nvSpPr>
        <p:spPr>
          <a:xfrm>
            <a:off x="7220728" y="4101045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ZS(</a:t>
            </a:r>
            <a:r>
              <a:rPr lang="ko-KR" altLang="en-US" dirty="0"/>
              <a:t>제로 포인트 </a:t>
            </a:r>
            <a:r>
              <a:rPr lang="ko-KR" altLang="en-US" dirty="0" err="1"/>
              <a:t>시프팅</a:t>
            </a:r>
            <a:r>
              <a:rPr lang="en-US" altLang="ko-KR" dirty="0"/>
              <a:t>)</a:t>
            </a:r>
            <a:r>
              <a:rPr lang="ko-KR" altLang="en-US" dirty="0"/>
              <a:t> 적용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BAF2C84-7A14-8E60-C441-F0410170BB91}"/>
              </a:ext>
            </a:extLst>
          </p:cNvPr>
          <p:cNvCxnSpPr>
            <a:stCxn id="13" idx="2"/>
            <a:endCxn id="18" idx="0"/>
          </p:cNvCxnSpPr>
          <p:nvPr/>
        </p:nvCxnSpPr>
        <p:spPr>
          <a:xfrm flipH="1">
            <a:off x="3846544" y="3427302"/>
            <a:ext cx="2249456" cy="67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9AD3E1A-1DF4-1262-3F1F-05F7AD046297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>
            <a:off x="6096000" y="3427302"/>
            <a:ext cx="2249456" cy="67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F7CD408-7413-CAB9-76A8-4D98331BB709}"/>
              </a:ext>
            </a:extLst>
          </p:cNvPr>
          <p:cNvSpPr txBox="1"/>
          <p:nvPr/>
        </p:nvSpPr>
        <p:spPr>
          <a:xfrm>
            <a:off x="3648269" y="3427302"/>
            <a:ext cx="1323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비트 </a:t>
            </a:r>
            <a:r>
              <a:rPr lang="ko-KR" altLang="en-US" dirty="0" err="1"/>
              <a:t>프루닝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64B3C8-7DB9-0F8A-3F06-DECA4EF4C532}"/>
              </a:ext>
            </a:extLst>
          </p:cNvPr>
          <p:cNvSpPr txBox="1"/>
          <p:nvPr/>
        </p:nvSpPr>
        <p:spPr>
          <a:xfrm>
            <a:off x="7128977" y="3427301"/>
            <a:ext cx="1323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비트 </a:t>
            </a:r>
            <a:r>
              <a:rPr lang="ko-KR" altLang="en-US" dirty="0" err="1"/>
              <a:t>프루닝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ECCE78-C0E2-CC6C-DD9F-69680AF619AB}"/>
              </a:ext>
            </a:extLst>
          </p:cNvPr>
          <p:cNvSpPr/>
          <p:nvPr/>
        </p:nvSpPr>
        <p:spPr>
          <a:xfrm>
            <a:off x="4971272" y="5706992"/>
            <a:ext cx="2249456" cy="6278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압축된 데이터 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B49B0E3-1B35-C0B9-34A7-FA7D41D75AD9}"/>
              </a:ext>
            </a:extLst>
          </p:cNvPr>
          <p:cNvCxnSpPr>
            <a:stCxn id="18" idx="2"/>
            <a:endCxn id="27" idx="0"/>
          </p:cNvCxnSpPr>
          <p:nvPr/>
        </p:nvCxnSpPr>
        <p:spPr>
          <a:xfrm>
            <a:off x="3846544" y="4728900"/>
            <a:ext cx="2249456" cy="978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C22A649-7087-53F2-5F6D-B347030B04D2}"/>
              </a:ext>
            </a:extLst>
          </p:cNvPr>
          <p:cNvCxnSpPr>
            <a:cxnSpLocks/>
            <a:stCxn id="19" idx="2"/>
            <a:endCxn id="27" idx="0"/>
          </p:cNvCxnSpPr>
          <p:nvPr/>
        </p:nvCxnSpPr>
        <p:spPr>
          <a:xfrm flipH="1">
            <a:off x="6096000" y="4728900"/>
            <a:ext cx="2249456" cy="978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87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0D52-671F-EAE5-D8C6-58AC7548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9B28A-039C-54D9-2F43-753442A3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도식화</a:t>
            </a:r>
            <a:r>
              <a:rPr lang="en-US" altLang="ko-KR" dirty="0">
                <a:solidFill>
                  <a:srgbClr val="2F5597"/>
                </a:solidFill>
              </a:rPr>
              <a:t>(RA </a:t>
            </a:r>
            <a:r>
              <a:rPr lang="ko-KR" altLang="en-US" dirty="0">
                <a:solidFill>
                  <a:srgbClr val="2F5597"/>
                </a:solidFill>
              </a:rPr>
              <a:t>알고리즘</a:t>
            </a:r>
            <a:r>
              <a:rPr lang="en-US" altLang="ko-KR" dirty="0">
                <a:solidFill>
                  <a:srgbClr val="2F5597"/>
                </a:solidFill>
              </a:rPr>
              <a:t>)</a:t>
            </a:r>
            <a:endParaRPr lang="ko-KR" altLang="en-US" dirty="0">
              <a:solidFill>
                <a:srgbClr val="2F5597"/>
              </a:solidFill>
            </a:endParaRP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39844BC7-9E0B-5E1D-6A16-9B1B977CF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94572"/>
              </p:ext>
            </p:extLst>
          </p:nvPr>
        </p:nvGraphicFramePr>
        <p:xfrm>
          <a:off x="7781731" y="108410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83D0A7E-07B5-BE79-26A0-7CCB1A05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03204"/>
              </p:ext>
            </p:extLst>
          </p:nvPr>
        </p:nvGraphicFramePr>
        <p:xfrm>
          <a:off x="7781731" y="168988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D88EEF3D-F9DD-1EAD-94C2-8457D06AB38B}"/>
              </a:ext>
            </a:extLst>
          </p:cNvPr>
          <p:cNvSpPr txBox="1"/>
          <p:nvPr/>
        </p:nvSpPr>
        <p:spPr>
          <a:xfrm>
            <a:off x="10767527" y="1093819"/>
            <a:ext cx="58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EC67DC-F798-ECF5-01B3-53E8EF0281AD}"/>
              </a:ext>
            </a:extLst>
          </p:cNvPr>
          <p:cNvSpPr txBox="1"/>
          <p:nvPr/>
        </p:nvSpPr>
        <p:spPr>
          <a:xfrm>
            <a:off x="10767527" y="1717892"/>
            <a:ext cx="130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평균으로 대체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52CB909-210D-AD6F-DD3D-17F7FC0D5134}"/>
              </a:ext>
            </a:extLst>
          </p:cNvPr>
          <p:cNvCxnSpPr>
            <a:endCxn id="50" idx="1"/>
          </p:cNvCxnSpPr>
          <p:nvPr/>
        </p:nvCxnSpPr>
        <p:spPr>
          <a:xfrm>
            <a:off x="10331543" y="1241358"/>
            <a:ext cx="43598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8A7EEDB-C072-F52D-0504-73509F6129ED}"/>
              </a:ext>
            </a:extLst>
          </p:cNvPr>
          <p:cNvCxnSpPr>
            <a:endCxn id="51" idx="1"/>
          </p:cNvCxnSpPr>
          <p:nvPr/>
        </p:nvCxnSpPr>
        <p:spPr>
          <a:xfrm>
            <a:off x="10331543" y="1869887"/>
            <a:ext cx="435984" cy="1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95B8DF-5888-3340-1124-3313E3B08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61017"/>
              </p:ext>
            </p:extLst>
          </p:nvPr>
        </p:nvGraphicFramePr>
        <p:xfrm>
          <a:off x="745671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C6B9018-6A43-C55F-56A7-39E3C86C1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1809"/>
              </p:ext>
            </p:extLst>
          </p:nvPr>
        </p:nvGraphicFramePr>
        <p:xfrm>
          <a:off x="5682759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28617B4-7BCF-6314-2AF7-7C2C62541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21231"/>
              </p:ext>
            </p:extLst>
          </p:nvPr>
        </p:nvGraphicFramePr>
        <p:xfrm>
          <a:off x="68403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AF88D9C-7AB9-19A9-BB26-85F021C0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922790"/>
              </p:ext>
            </p:extLst>
          </p:nvPr>
        </p:nvGraphicFramePr>
        <p:xfrm>
          <a:off x="2382820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046D818-A792-0982-8E8E-FA9052D84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23160"/>
              </p:ext>
            </p:extLst>
          </p:nvPr>
        </p:nvGraphicFramePr>
        <p:xfrm>
          <a:off x="4865550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0E68DF8-BACE-B1DE-DCD5-4FA16D5F7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207782"/>
              </p:ext>
            </p:extLst>
          </p:nvPr>
        </p:nvGraphicFramePr>
        <p:xfrm>
          <a:off x="7443124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64913DF-271A-03EF-D35B-178D9F1C5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659714"/>
              </p:ext>
            </p:extLst>
          </p:nvPr>
        </p:nvGraphicFramePr>
        <p:xfrm>
          <a:off x="570125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73E54D0-DD04-A7C0-B09A-A636D4CE66C0}"/>
              </a:ext>
            </a:extLst>
          </p:cNvPr>
          <p:cNvCxnSpPr>
            <a:cxnSpLocks/>
          </p:cNvCxnSpPr>
          <p:nvPr/>
        </p:nvCxnSpPr>
        <p:spPr>
          <a:xfrm>
            <a:off x="6951308" y="4343825"/>
            <a:ext cx="2608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882A1270-8BC4-269E-A660-641D765C5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82101"/>
              </p:ext>
            </p:extLst>
          </p:nvPr>
        </p:nvGraphicFramePr>
        <p:xfrm>
          <a:off x="2965401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7F79130-0A19-FFBE-AFB8-DF96FAF20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367967"/>
              </p:ext>
            </p:extLst>
          </p:nvPr>
        </p:nvGraphicFramePr>
        <p:xfrm>
          <a:off x="5507213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BC2D5DC-C0D5-703B-8E55-E26362B55B4F}"/>
              </a:ext>
            </a:extLst>
          </p:cNvPr>
          <p:cNvCxnSpPr>
            <a:cxnSpLocks/>
          </p:cNvCxnSpPr>
          <p:nvPr/>
        </p:nvCxnSpPr>
        <p:spPr>
          <a:xfrm>
            <a:off x="2185671" y="4344503"/>
            <a:ext cx="10135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3F7F61A-5701-31E0-35FC-2A565C405CD2}"/>
              </a:ext>
            </a:extLst>
          </p:cNvPr>
          <p:cNvCxnSpPr>
            <a:endCxn id="6" idx="1"/>
          </p:cNvCxnSpPr>
          <p:nvPr/>
        </p:nvCxnSpPr>
        <p:spPr>
          <a:xfrm>
            <a:off x="4544008" y="4343825"/>
            <a:ext cx="1138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CA2E316C-4D8E-5716-AC33-CE6C3D89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028403"/>
              </p:ext>
            </p:extLst>
          </p:nvPr>
        </p:nvGraphicFramePr>
        <p:xfrm>
          <a:off x="3168937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4CD1959-9A8F-8922-3037-B947E66F32E8}"/>
              </a:ext>
            </a:extLst>
          </p:cNvPr>
          <p:cNvCxnSpPr>
            <a:cxnSpLocks/>
          </p:cNvCxnSpPr>
          <p:nvPr/>
        </p:nvCxnSpPr>
        <p:spPr>
          <a:xfrm>
            <a:off x="3168937" y="3278592"/>
            <a:ext cx="1440000" cy="3452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1535F6E-338A-712D-C1B6-C7D95D68216F}"/>
              </a:ext>
            </a:extLst>
          </p:cNvPr>
          <p:cNvCxnSpPr/>
          <p:nvPr/>
        </p:nvCxnSpPr>
        <p:spPr>
          <a:xfrm flipV="1">
            <a:off x="3140947" y="3278592"/>
            <a:ext cx="1467990" cy="3452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6DC5A12-288F-489B-DA97-9920E206C501}"/>
              </a:ext>
            </a:extLst>
          </p:cNvPr>
          <p:cNvSpPr/>
          <p:nvPr/>
        </p:nvSpPr>
        <p:spPr>
          <a:xfrm>
            <a:off x="3168937" y="4343825"/>
            <a:ext cx="1440000" cy="143999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B489280-182A-F300-A7CC-61B3495DC867}"/>
              </a:ext>
            </a:extLst>
          </p:cNvPr>
          <p:cNvCxnSpPr/>
          <p:nvPr/>
        </p:nvCxnSpPr>
        <p:spPr>
          <a:xfrm>
            <a:off x="3904483" y="6323823"/>
            <a:ext cx="0" cy="291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CC44E6F-FDC6-1289-2119-DA4ECB87C82E}"/>
              </a:ext>
            </a:extLst>
          </p:cNvPr>
          <p:cNvSpPr txBox="1"/>
          <p:nvPr/>
        </p:nvSpPr>
        <p:spPr>
          <a:xfrm>
            <a:off x="3679002" y="6578215"/>
            <a:ext cx="4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211A3F7B-9D6C-F994-985E-434A4C6B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936174"/>
              </p:ext>
            </p:extLst>
          </p:nvPr>
        </p:nvGraphicFramePr>
        <p:xfrm>
          <a:off x="9704428" y="2927405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50962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020075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00158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4311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267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68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959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23267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BFAE4CB0-5E4A-624E-C709-858FEB0D2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77753"/>
              </p:ext>
            </p:extLst>
          </p:nvPr>
        </p:nvGraphicFramePr>
        <p:xfrm>
          <a:off x="9559602" y="2475672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17DF913C-97F4-5A1C-0157-602594716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9081"/>
              </p:ext>
            </p:extLst>
          </p:nvPr>
        </p:nvGraphicFramePr>
        <p:xfrm>
          <a:off x="3097389" y="5963820"/>
          <a:ext cx="1614188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547">
                  <a:extLst>
                    <a:ext uri="{9D8B030D-6E8A-4147-A177-3AD203B41FA5}">
                      <a16:colId xmlns:a16="http://schemas.microsoft.com/office/drawing/2014/main" val="3311973733"/>
                    </a:ext>
                  </a:extLst>
                </a:gridCol>
                <a:gridCol w="403547">
                  <a:extLst>
                    <a:ext uri="{9D8B030D-6E8A-4147-A177-3AD203B41FA5}">
                      <a16:colId xmlns:a16="http://schemas.microsoft.com/office/drawing/2014/main" val="2717323846"/>
                    </a:ext>
                  </a:extLst>
                </a:gridCol>
                <a:gridCol w="403547">
                  <a:extLst>
                    <a:ext uri="{9D8B030D-6E8A-4147-A177-3AD203B41FA5}">
                      <a16:colId xmlns:a16="http://schemas.microsoft.com/office/drawing/2014/main" val="2801669139"/>
                    </a:ext>
                  </a:extLst>
                </a:gridCol>
                <a:gridCol w="403547">
                  <a:extLst>
                    <a:ext uri="{9D8B030D-6E8A-4147-A177-3AD203B41FA5}">
                      <a16:colId xmlns:a16="http://schemas.microsoft.com/office/drawing/2014/main" val="41078087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55286"/>
                  </a:ext>
                </a:extLst>
              </a:tr>
            </a:tbl>
          </a:graphicData>
        </a:graphic>
      </p:graphicFrame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E506DF1C-15D0-B6E6-8ADD-DD0D1C1B4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340525"/>
              </p:ext>
            </p:extLst>
          </p:nvPr>
        </p:nvGraphicFramePr>
        <p:xfrm>
          <a:off x="9704428" y="4703820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50962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020075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00158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4311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267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68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959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23267"/>
                  </a:ext>
                </a:extLst>
              </a:tr>
            </a:tbl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D9B25F3F-A11B-775C-A8C2-EFFEC12F6473}"/>
              </a:ext>
            </a:extLst>
          </p:cNvPr>
          <p:cNvSpPr txBox="1"/>
          <p:nvPr/>
        </p:nvSpPr>
        <p:spPr>
          <a:xfrm>
            <a:off x="10177167" y="4367405"/>
            <a:ext cx="494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EB87B70-85A3-B45E-B4DF-5F72928F5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38681"/>
              </p:ext>
            </p:extLst>
          </p:nvPr>
        </p:nvGraphicFramePr>
        <p:xfrm>
          <a:off x="8823467" y="4703823"/>
          <a:ext cx="3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078392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78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04444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965C4A54-ADB0-599B-0FB3-CA196D1A8CAB}"/>
              </a:ext>
            </a:extLst>
          </p:cNvPr>
          <p:cNvSpPr txBox="1"/>
          <p:nvPr/>
        </p:nvSpPr>
        <p:spPr>
          <a:xfrm>
            <a:off x="9171605" y="4860336"/>
            <a:ext cx="494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C6A2956-F16D-E956-36EC-59C25821FEDF}"/>
              </a:ext>
            </a:extLst>
          </p:cNvPr>
          <p:cNvSpPr txBox="1"/>
          <p:nvPr/>
        </p:nvSpPr>
        <p:spPr>
          <a:xfrm>
            <a:off x="8257592" y="5533053"/>
            <a:ext cx="1302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52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0552-405A-B653-7A02-F03BFDBF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E2468-EB8C-19D8-A53B-293244CB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도식화</a:t>
            </a:r>
            <a:r>
              <a:rPr lang="en-US" altLang="ko-KR" dirty="0">
                <a:solidFill>
                  <a:srgbClr val="2F5597"/>
                </a:solidFill>
              </a:rPr>
              <a:t>(ZS </a:t>
            </a:r>
            <a:r>
              <a:rPr lang="ko-KR" altLang="en-US" dirty="0">
                <a:solidFill>
                  <a:srgbClr val="2F5597"/>
                </a:solidFill>
              </a:rPr>
              <a:t>알고리즘</a:t>
            </a:r>
            <a:r>
              <a:rPr lang="en-US" altLang="ko-KR" dirty="0">
                <a:solidFill>
                  <a:srgbClr val="2F5597"/>
                </a:solidFill>
              </a:rPr>
              <a:t>)</a:t>
            </a:r>
            <a:endParaRPr lang="ko-KR" altLang="en-US" dirty="0">
              <a:solidFill>
                <a:srgbClr val="2F5597"/>
              </a:solidFill>
            </a:endParaRP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FB8E59A2-6698-9D0D-6735-A51EEB662023}"/>
              </a:ext>
            </a:extLst>
          </p:cNvPr>
          <p:cNvGraphicFramePr>
            <a:graphicFrameLocks noGrp="1"/>
          </p:cNvGraphicFramePr>
          <p:nvPr/>
        </p:nvGraphicFramePr>
        <p:xfrm>
          <a:off x="7781731" y="108410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C81D4E8C-F5A0-73C9-CCCB-7FF6C7A19548}"/>
              </a:ext>
            </a:extLst>
          </p:cNvPr>
          <p:cNvGraphicFramePr>
            <a:graphicFrameLocks noGrp="1"/>
          </p:cNvGraphicFramePr>
          <p:nvPr/>
        </p:nvGraphicFramePr>
        <p:xfrm>
          <a:off x="7781731" y="168988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3AA77958-235B-AD8E-E2AF-0F0DA4FB6AD4}"/>
              </a:ext>
            </a:extLst>
          </p:cNvPr>
          <p:cNvSpPr txBox="1"/>
          <p:nvPr/>
        </p:nvSpPr>
        <p:spPr>
          <a:xfrm>
            <a:off x="10767527" y="1093819"/>
            <a:ext cx="58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590CF8-F9AC-AE19-C80C-9C83A433F5FC}"/>
              </a:ext>
            </a:extLst>
          </p:cNvPr>
          <p:cNvSpPr txBox="1"/>
          <p:nvPr/>
        </p:nvSpPr>
        <p:spPr>
          <a:xfrm>
            <a:off x="10767527" y="1717892"/>
            <a:ext cx="130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모두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A71B063-C5C7-5C73-30C8-CC019AA9DF3A}"/>
              </a:ext>
            </a:extLst>
          </p:cNvPr>
          <p:cNvCxnSpPr>
            <a:endCxn id="50" idx="1"/>
          </p:cNvCxnSpPr>
          <p:nvPr/>
        </p:nvCxnSpPr>
        <p:spPr>
          <a:xfrm>
            <a:off x="10331543" y="1241358"/>
            <a:ext cx="43598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BFAEF4A-A279-CEBF-D454-1616C341C953}"/>
              </a:ext>
            </a:extLst>
          </p:cNvPr>
          <p:cNvCxnSpPr>
            <a:endCxn id="51" idx="1"/>
          </p:cNvCxnSpPr>
          <p:nvPr/>
        </p:nvCxnSpPr>
        <p:spPr>
          <a:xfrm>
            <a:off x="10331543" y="1869887"/>
            <a:ext cx="435984" cy="1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A0EC3DF-C641-C902-16D0-5366709B3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944196"/>
              </p:ext>
            </p:extLst>
          </p:nvPr>
        </p:nvGraphicFramePr>
        <p:xfrm>
          <a:off x="745671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DE678BF-123A-028B-C42F-580DF0170C0A}"/>
              </a:ext>
            </a:extLst>
          </p:cNvPr>
          <p:cNvGraphicFramePr>
            <a:graphicFrameLocks noGrp="1"/>
          </p:cNvGraphicFramePr>
          <p:nvPr/>
        </p:nvGraphicFramePr>
        <p:xfrm>
          <a:off x="68403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4D57E2D-D79E-CFB4-744F-B8B23AD04408}"/>
              </a:ext>
            </a:extLst>
          </p:cNvPr>
          <p:cNvGraphicFramePr>
            <a:graphicFrameLocks noGrp="1"/>
          </p:cNvGraphicFramePr>
          <p:nvPr/>
        </p:nvGraphicFramePr>
        <p:xfrm>
          <a:off x="2382820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1C7F4-372C-1D1E-D437-2C186E05DB77}"/>
              </a:ext>
            </a:extLst>
          </p:cNvPr>
          <p:cNvGraphicFramePr>
            <a:graphicFrameLocks noGrp="1"/>
          </p:cNvGraphicFramePr>
          <p:nvPr/>
        </p:nvGraphicFramePr>
        <p:xfrm>
          <a:off x="4865550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A573FD1-59EB-F8D9-081F-D07D29209004}"/>
              </a:ext>
            </a:extLst>
          </p:cNvPr>
          <p:cNvGraphicFramePr>
            <a:graphicFrameLocks noGrp="1"/>
          </p:cNvGraphicFramePr>
          <p:nvPr/>
        </p:nvGraphicFramePr>
        <p:xfrm>
          <a:off x="7443124" y="2903825"/>
          <a:ext cx="560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6">
                  <a:extLst>
                    <a:ext uri="{9D8B030D-6E8A-4147-A177-3AD203B41FA5}">
                      <a16:colId xmlns:a16="http://schemas.microsoft.com/office/drawing/2014/main" val="1651693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1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0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1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874139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706EEA42-34D9-7418-187A-1EF6BF209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088065"/>
              </p:ext>
            </p:extLst>
          </p:nvPr>
        </p:nvGraphicFramePr>
        <p:xfrm>
          <a:off x="570125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E7B9399-1A65-BC50-AD0D-FD94835DBD5E}"/>
              </a:ext>
            </a:extLst>
          </p:cNvPr>
          <p:cNvCxnSpPr>
            <a:cxnSpLocks/>
          </p:cNvCxnSpPr>
          <p:nvPr/>
        </p:nvCxnSpPr>
        <p:spPr>
          <a:xfrm>
            <a:off x="6951308" y="4343825"/>
            <a:ext cx="2714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E7F51D8F-7A3A-A09C-58CD-986183F77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175221"/>
              </p:ext>
            </p:extLst>
          </p:nvPr>
        </p:nvGraphicFramePr>
        <p:xfrm>
          <a:off x="2965401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9933E0B-6557-B682-2C91-31B8CC5AA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56547"/>
              </p:ext>
            </p:extLst>
          </p:nvPr>
        </p:nvGraphicFramePr>
        <p:xfrm>
          <a:off x="5507213" y="2478511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9641404-12F2-0D8E-C330-745ADA59643C}"/>
              </a:ext>
            </a:extLst>
          </p:cNvPr>
          <p:cNvCxnSpPr>
            <a:cxnSpLocks/>
          </p:cNvCxnSpPr>
          <p:nvPr/>
        </p:nvCxnSpPr>
        <p:spPr>
          <a:xfrm>
            <a:off x="2185671" y="4343825"/>
            <a:ext cx="10135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3484120-0C6B-FC85-4FCA-F0EA8FC0E3EC}"/>
              </a:ext>
            </a:extLst>
          </p:cNvPr>
          <p:cNvCxnSpPr>
            <a:cxnSpLocks/>
          </p:cNvCxnSpPr>
          <p:nvPr/>
        </p:nvCxnSpPr>
        <p:spPr>
          <a:xfrm>
            <a:off x="4544008" y="4343825"/>
            <a:ext cx="1138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611EB98-0540-D0AB-B6F2-8A7BD110F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73700"/>
              </p:ext>
            </p:extLst>
          </p:nvPr>
        </p:nvGraphicFramePr>
        <p:xfrm>
          <a:off x="3168937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AC9B34B6-50CA-FA61-8CEE-D85F188D5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67613"/>
              </p:ext>
            </p:extLst>
          </p:nvPr>
        </p:nvGraphicFramePr>
        <p:xfrm>
          <a:off x="9704428" y="2927405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50962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020075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00158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4311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267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68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959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23267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8774439D-758C-1B9C-1DE2-D5428A71D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844483"/>
              </p:ext>
            </p:extLst>
          </p:nvPr>
        </p:nvGraphicFramePr>
        <p:xfrm>
          <a:off x="9559602" y="2475672"/>
          <a:ext cx="179109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3716139016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2594217171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1295043609"/>
                    </a:ext>
                  </a:extLst>
                </a:gridCol>
                <a:gridCol w="447773">
                  <a:extLst>
                    <a:ext uri="{9D8B030D-6E8A-4147-A177-3AD203B41FA5}">
                      <a16:colId xmlns:a16="http://schemas.microsoft.com/office/drawing/2014/main" val="4812533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83163"/>
                  </a:ext>
                </a:extLst>
              </a:tr>
            </a:tbl>
          </a:graphicData>
        </a:graphic>
      </p:graphicFrame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5A1D2104-00AF-FB5C-E57F-70101AA39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371834"/>
              </p:ext>
            </p:extLst>
          </p:nvPr>
        </p:nvGraphicFramePr>
        <p:xfrm>
          <a:off x="9704428" y="4703820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50962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020075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00158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4311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267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68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959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23267"/>
                  </a:ext>
                </a:extLst>
              </a:tr>
            </a:tbl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0B2479B4-AA8E-EC23-D84E-F840EA1E7A2D}"/>
              </a:ext>
            </a:extLst>
          </p:cNvPr>
          <p:cNvSpPr txBox="1"/>
          <p:nvPr/>
        </p:nvSpPr>
        <p:spPr>
          <a:xfrm>
            <a:off x="10177167" y="4367405"/>
            <a:ext cx="494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AD3FEFBF-88C7-60EA-FB5A-A6AE84800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718564"/>
              </p:ext>
            </p:extLst>
          </p:nvPr>
        </p:nvGraphicFramePr>
        <p:xfrm>
          <a:off x="8823467" y="4703823"/>
          <a:ext cx="3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078392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78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04444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B045DD6C-182F-33F1-90AC-6C07D1B4B87C}"/>
              </a:ext>
            </a:extLst>
          </p:cNvPr>
          <p:cNvSpPr txBox="1"/>
          <p:nvPr/>
        </p:nvSpPr>
        <p:spPr>
          <a:xfrm>
            <a:off x="9171605" y="4860336"/>
            <a:ext cx="494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6AD0FF-67E7-4A62-95F0-807E9FF680A2}"/>
              </a:ext>
            </a:extLst>
          </p:cNvPr>
          <p:cNvSpPr txBox="1"/>
          <p:nvPr/>
        </p:nvSpPr>
        <p:spPr>
          <a:xfrm>
            <a:off x="8257592" y="5533053"/>
            <a:ext cx="1302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99C54-448E-0EA1-D7BB-2A0BE0519235}"/>
              </a:ext>
            </a:extLst>
          </p:cNvPr>
          <p:cNvSpPr txBox="1"/>
          <p:nvPr/>
        </p:nvSpPr>
        <p:spPr>
          <a:xfrm>
            <a:off x="895739" y="5963820"/>
            <a:ext cx="1082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최적의 상수 </a:t>
            </a:r>
            <a:r>
              <a:rPr lang="en-US" altLang="ko-KR" dirty="0">
                <a:solidFill>
                  <a:srgbClr val="FF0000"/>
                </a:solidFill>
              </a:rPr>
              <a:t>-14 </a:t>
            </a:r>
            <a:r>
              <a:rPr lang="ko-KR" altLang="en-US" dirty="0">
                <a:solidFill>
                  <a:srgbClr val="FF0000"/>
                </a:solidFill>
              </a:rPr>
              <a:t>더하기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74CEB8-D2FB-B0A6-EAD1-7138240E0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126020"/>
              </p:ext>
            </p:extLst>
          </p:nvPr>
        </p:nvGraphicFramePr>
        <p:xfrm>
          <a:off x="5649323" y="2903825"/>
          <a:ext cx="1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9130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73376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8185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79389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8902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31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080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0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6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81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58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10605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3AF9849-8F19-0119-A7B8-C799E80565C2}"/>
              </a:ext>
            </a:extLst>
          </p:cNvPr>
          <p:cNvSpPr/>
          <p:nvPr/>
        </p:nvSpPr>
        <p:spPr>
          <a:xfrm>
            <a:off x="5649323" y="4343825"/>
            <a:ext cx="1440000" cy="143998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09516DC-9E89-37E5-BECA-E2A7DA018D7E}"/>
              </a:ext>
            </a:extLst>
          </p:cNvPr>
          <p:cNvCxnSpPr/>
          <p:nvPr/>
        </p:nvCxnSpPr>
        <p:spPr>
          <a:xfrm>
            <a:off x="6363478" y="5840830"/>
            <a:ext cx="0" cy="43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E5BA90-BC11-725D-FF55-994877BC4632}"/>
              </a:ext>
            </a:extLst>
          </p:cNvPr>
          <p:cNvSpPr txBox="1"/>
          <p:nvPr/>
        </p:nvSpPr>
        <p:spPr>
          <a:xfrm>
            <a:off x="5649323" y="6279502"/>
            <a:ext cx="161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하위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비트 모두 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ko-KR" altLang="en-US" dirty="0">
                <a:solidFill>
                  <a:srgbClr val="FF0000"/>
                </a:solidFill>
              </a:rPr>
              <a:t>으로 전환</a:t>
            </a:r>
          </a:p>
        </p:txBody>
      </p:sp>
    </p:spTree>
    <p:extLst>
      <p:ext uri="{BB962C8B-B14F-4D97-AF65-F5344CB8AC3E}">
        <p14:creationId xmlns:p14="http://schemas.microsoft.com/office/powerpoint/2010/main" val="36456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10398</TotalTime>
  <Words>577</Words>
  <Application>Microsoft Office PowerPoint</Application>
  <PresentationFormat>와이드스크린</PresentationFormat>
  <Paragraphs>407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Symbols</vt:lpstr>
      <vt:lpstr>맑은 고딕</vt:lpstr>
      <vt:lpstr>맑은 고딕</vt:lpstr>
      <vt:lpstr>Arial</vt:lpstr>
      <vt:lpstr>Calibri</vt:lpstr>
      <vt:lpstr>Office 테마</vt:lpstr>
      <vt:lpstr>26.03.30.세미나</vt:lpstr>
      <vt:lpstr>1. 도식화</vt:lpstr>
      <vt:lpstr>1. 도식화(RA 알고리즘)</vt:lpstr>
      <vt:lpstr>1. 도식화(ZS 알고리즘)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Winograd Structured Pruning</dc:title>
  <dc:creator>Windows 사용자</dc:creator>
  <cp:lastModifiedBy>최성우</cp:lastModifiedBy>
  <cp:revision>1234</cp:revision>
  <dcterms:created xsi:type="dcterms:W3CDTF">2019-09-23T01:49:16Z</dcterms:created>
  <dcterms:modified xsi:type="dcterms:W3CDTF">2026-03-30T05:06:58Z</dcterms:modified>
</cp:coreProperties>
</file>